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301" r:id="rId5"/>
    <p:sldId id="288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20. 3. 2026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20. 3. 2026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20. 3. 2026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20. 3. 2026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20. 3. 2026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20. 3. 2026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20. 3. 2026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20. 3. 2026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20. 3. 2026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20. 3. 2026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20. 3. 2026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20. 3. 2026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2</a:t>
            </a:r>
            <a:r>
              <a:rPr lang="en-US" sz="4000" dirty="0"/>
              <a:t>3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CSS </a:t>
            </a:r>
            <a:r>
              <a:rPr lang="sk-SK" dirty="0"/>
              <a:t>štýly </a:t>
            </a:r>
            <a:r>
              <a:rPr lang="en-US" dirty="0"/>
              <a:t>v JavaFX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Inline</a:t>
            </a:r>
            <a:r>
              <a:rPr lang="sk-SK" dirty="0"/>
              <a:t> štýl, externý CSS súbor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CSS </a:t>
            </a:r>
            <a:r>
              <a:rPr lang="en-US" dirty="0" err="1"/>
              <a:t>selektory</a:t>
            </a:r>
            <a:r>
              <a:rPr lang="en-US" dirty="0"/>
              <a:t>: id, </a:t>
            </a:r>
            <a:r>
              <a:rPr lang="en-US" dirty="0" err="1"/>
              <a:t>triedy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CSS - kaskádové štýly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Vizuálne</a:t>
            </a:r>
            <a:r>
              <a:rPr lang="en-US" dirty="0"/>
              <a:t> </a:t>
            </a:r>
            <a:r>
              <a:rPr lang="en-US" dirty="0" err="1"/>
              <a:t>formátovanie</a:t>
            </a:r>
            <a:r>
              <a:rPr lang="en-US" dirty="0"/>
              <a:t> a </a:t>
            </a:r>
            <a:r>
              <a:rPr lang="en-US" dirty="0" err="1"/>
              <a:t>dizajn</a:t>
            </a:r>
            <a:r>
              <a:rPr lang="en-US" dirty="0"/>
              <a:t>. </a:t>
            </a: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Oddeľujú</a:t>
            </a:r>
            <a:r>
              <a:rPr lang="en-US" dirty="0"/>
              <a:t> </a:t>
            </a:r>
            <a:r>
              <a:rPr lang="en-US" dirty="0" err="1"/>
              <a:t>obsah</a:t>
            </a:r>
            <a:r>
              <a:rPr lang="en-US" dirty="0"/>
              <a:t> (HTML</a:t>
            </a:r>
            <a:r>
              <a:rPr lang="sk-SK" dirty="0"/>
              <a:t>, FXML</a:t>
            </a:r>
            <a:r>
              <a:rPr lang="en-US" dirty="0"/>
              <a:t>) od </a:t>
            </a:r>
            <a:r>
              <a:rPr lang="en-US" dirty="0" err="1"/>
              <a:t>vzhľadu</a:t>
            </a: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Rozdiely oproti webovým CSS: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sz="2800" dirty="0"/>
              <a:t>JavaFX CSS </a:t>
            </a:r>
            <a:r>
              <a:rPr lang="en-US" sz="2800" dirty="0" err="1"/>
              <a:t>atribúty</a:t>
            </a:r>
            <a:r>
              <a:rPr lang="en-US" sz="2800" dirty="0"/>
              <a:t> </a:t>
            </a:r>
            <a:r>
              <a:rPr lang="en-US" sz="2800" dirty="0" err="1"/>
              <a:t>majú</a:t>
            </a:r>
            <a:r>
              <a:rPr lang="en-US" sz="2800" dirty="0"/>
              <a:t> prefix </a:t>
            </a: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-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fx</a:t>
            </a:r>
            <a:r>
              <a:rPr lang="en-US" sz="2800" dirty="0"/>
              <a:t>, </a:t>
            </a:r>
            <a:r>
              <a:rPr lang="en-US" sz="2800" dirty="0" err="1"/>
              <a:t>napr</a:t>
            </a:r>
            <a:r>
              <a:rPr lang="en-US" sz="2800" dirty="0"/>
              <a:t>. </a:t>
            </a: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-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fx</a:t>
            </a: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-background-color</a:t>
            </a:r>
            <a:r>
              <a:rPr lang="en-US" sz="2800" dirty="0"/>
              <a:t> </a:t>
            </a:r>
            <a:r>
              <a:rPr lang="en-US" sz="2800" dirty="0" err="1"/>
              <a:t>namiesto</a:t>
            </a:r>
            <a:r>
              <a:rPr lang="en-US" sz="2800" dirty="0"/>
              <a:t> </a:t>
            </a: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background-color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JavaFX </a:t>
            </a:r>
            <a:r>
              <a:rPr lang="en-US" sz="2800" dirty="0" err="1"/>
              <a:t>nepodporuje</a:t>
            </a:r>
            <a:r>
              <a:rPr lang="en-US" sz="2800" dirty="0"/>
              <a:t> layout CSS </a:t>
            </a:r>
            <a:r>
              <a:rPr lang="en-US" sz="2800" dirty="0" err="1"/>
              <a:t>jazyka</a:t>
            </a:r>
            <a:r>
              <a:rPr lang="en-US" sz="2800" dirty="0"/>
              <a:t> (flexbox, grid, ...)</a:t>
            </a:r>
          </a:p>
          <a:p>
            <a:pPr lvl="1">
              <a:lnSpc>
                <a:spcPct val="100000"/>
              </a:lnSpc>
            </a:pPr>
            <a:r>
              <a:rPr lang="en-US" sz="2800" dirty="0" err="1"/>
              <a:t>Rozloženie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v JavaFX </a:t>
            </a:r>
            <a:r>
              <a:rPr lang="en-US" sz="2800" dirty="0" err="1"/>
              <a:t>robí</a:t>
            </a:r>
            <a:r>
              <a:rPr lang="en-US" sz="2800" dirty="0"/>
              <a:t> </a:t>
            </a:r>
            <a:r>
              <a:rPr lang="en-US" sz="2800" dirty="0" err="1"/>
              <a:t>cez</a:t>
            </a:r>
            <a:r>
              <a:rPr lang="en-US" sz="2800" dirty="0"/>
              <a:t> </a:t>
            </a:r>
            <a:r>
              <a:rPr lang="en-US" sz="2800" dirty="0" err="1"/>
              <a:t>kontajnery</a:t>
            </a:r>
            <a:r>
              <a:rPr lang="en-US" sz="2800" dirty="0"/>
              <a:t> (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GridPane</a:t>
            </a:r>
            <a:r>
              <a:rPr lang="en-US" sz="2800" dirty="0"/>
              <a:t>, 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VBox</a:t>
            </a:r>
            <a:r>
              <a:rPr lang="en-US" sz="2800" dirty="0"/>
              <a:t>, 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BorderPane</a:t>
            </a:r>
            <a:r>
              <a:rPr lang="en-US" sz="2800" dirty="0"/>
              <a:t>, ...)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27BCE-0D46-1F7F-A15A-32AC1425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9468E97-0E39-355A-B55B-264462EE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" y="127819"/>
            <a:ext cx="11583580" cy="6437573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#buttonOK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fx-background-color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.text-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field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-text-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fill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#ecf0f1;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prompt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-text-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fill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#95a5a6;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fx-border-radius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8;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fx-background-radius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8;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fx-padding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10;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text-field:focused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fx-border-color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#3498db;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fx-border-width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2;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btn-pill:hover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fx-background-color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#c0392b;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fx-effect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dropshadow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gaussian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rgba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(0,0,0,0.4), 12);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23579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7D191-6A36-F520-C569-AD77AFC85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042D48-07B0-037C-D784-5B672C4C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Inline</a:t>
            </a:r>
            <a:r>
              <a:rPr lang="sk-SK" dirty="0"/>
              <a:t> štýl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4E47B2C-25F0-836B-D304-2ACCFC456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 err="1"/>
              <a:t>Inline</a:t>
            </a:r>
            <a:r>
              <a:rPr lang="sk-SK" dirty="0"/>
              <a:t> štýl - pre jednorazové použitie a pre testovanie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/>
              <a:t>Inline</a:t>
            </a:r>
            <a:r>
              <a:rPr lang="sk-SK" dirty="0"/>
              <a:t> štýl vytvára neprehľadný kód a neumožňuje </a:t>
            </a:r>
            <a:r>
              <a:rPr lang="sk-SK" dirty="0" err="1"/>
              <a:t>znovupoužiteľnosť</a:t>
            </a:r>
            <a:r>
              <a:rPr lang="sk-SK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>
              <a:lnSpc>
                <a:spcPct val="100000"/>
              </a:lnSpc>
            </a:pPr>
            <a:r>
              <a:rPr lang="sk-SK" dirty="0"/>
              <a:t>Pomocou metódy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setStyle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00000"/>
              </a:lnSpc>
            </a:pPr>
            <a:r>
              <a:rPr lang="sk-SK" dirty="0"/>
              <a:t>V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fxml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/>
              <a:t>súbore sa používa atribút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style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sk-SK" dirty="0"/>
              <a:t>V </a:t>
            </a:r>
            <a:r>
              <a:rPr lang="sk-SK" dirty="0" err="1"/>
              <a:t>Scene</a:t>
            </a:r>
            <a:r>
              <a:rPr lang="sk-SK" dirty="0"/>
              <a:t> </a:t>
            </a:r>
            <a:r>
              <a:rPr lang="sk-SK" dirty="0" err="1"/>
              <a:t>Builderi</a:t>
            </a:r>
            <a:r>
              <a:rPr lang="sk-SK" dirty="0"/>
              <a:t> v časti </a:t>
            </a:r>
            <a:r>
              <a:rPr lang="sk-SK" b="1" dirty="0" err="1"/>
              <a:t>Properties</a:t>
            </a:r>
            <a:r>
              <a:rPr lang="sk-SK" b="1" dirty="0"/>
              <a:t> - </a:t>
            </a:r>
            <a:r>
              <a:rPr lang="sk-SK" b="1" dirty="0" err="1"/>
              <a:t>Style</a:t>
            </a:r>
            <a:endParaRPr lang="sk-SK" sz="2800" b="1" dirty="0"/>
          </a:p>
        </p:txBody>
      </p:sp>
    </p:spTree>
    <p:extLst>
      <p:ext uri="{BB962C8B-B14F-4D97-AF65-F5344CB8AC3E}">
        <p14:creationId xmlns:p14="http://schemas.microsoft.com/office/powerpoint/2010/main" val="2542103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38B39-B3BD-0546-33B9-CF7B5410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9F19205-78C7-7F51-376C-56CFEEE1D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0" y="1504334"/>
            <a:ext cx="11297265" cy="506105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btn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("Klikni");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btn.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setStyle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("""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fx-background-color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#f38ba8;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-text-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fill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white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-font-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size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16px;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fx-padding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12 24;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fx-background-radius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12;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""");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latin typeface="Consolas" panose="020B0609020204030204" pitchFamily="49" charset="0"/>
              </a:rPr>
              <a:t>Alebo v FXML: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fx:id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counter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style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="-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-font-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size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18px; -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fx-padding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10;"/&gt;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2740D56-0BC8-63CB-F5B0-9F332A75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Inline štýl</a:t>
            </a:r>
          </a:p>
        </p:txBody>
      </p:sp>
    </p:spTree>
    <p:extLst>
      <p:ext uri="{BB962C8B-B14F-4D97-AF65-F5344CB8AC3E}">
        <p14:creationId xmlns:p14="http://schemas.microsoft.com/office/powerpoint/2010/main" val="4190487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E6F94-046B-1B46-BBDA-CCD2E6A3C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62CC70-1469-636C-685A-88B913EFA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Externý CSS súbor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93F2E3A-0F47-4316-BFF9-17D650DDB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1585314"/>
            <a:ext cx="11729884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Pomocou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scene.getStylesheets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fxml</a:t>
            </a:r>
            <a:r>
              <a:rPr lang="sk-SK" dirty="0"/>
              <a:t> súbore pomocou atribútu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stylesheets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 </a:t>
            </a:r>
            <a:r>
              <a:rPr lang="sk-SK" dirty="0" err="1"/>
              <a:t>Scene</a:t>
            </a:r>
            <a:r>
              <a:rPr lang="sk-SK" dirty="0"/>
              <a:t> </a:t>
            </a:r>
            <a:r>
              <a:rPr lang="sk-SK" dirty="0" err="1"/>
              <a:t>Builder</a:t>
            </a:r>
            <a:r>
              <a:rPr lang="sk-SK" dirty="0"/>
              <a:t> v časti </a:t>
            </a:r>
            <a:r>
              <a:rPr lang="sk-SK" b="1" dirty="0" err="1"/>
              <a:t>Properties</a:t>
            </a:r>
            <a:r>
              <a:rPr lang="sk-SK" b="1" dirty="0"/>
              <a:t> – </a:t>
            </a:r>
            <a:r>
              <a:rPr lang="sk-SK" b="1" dirty="0" err="1"/>
              <a:t>Stylesheets</a:t>
            </a:r>
            <a:endParaRPr lang="sk-SK" b="1" dirty="0"/>
          </a:p>
          <a:p>
            <a:pPr marL="0" indent="0">
              <a:lnSpc>
                <a:spcPct val="100000"/>
              </a:lnSpc>
              <a:buNone/>
            </a:pPr>
            <a:endParaRPr lang="sk-SK" b="1" dirty="0"/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cssPath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getResource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("myStyles.css").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toExternalForm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scene.getStylesheets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cssPath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sz="2400" dirty="0">
                <a:latin typeface="Consolas" panose="020B0609020204030204" pitchFamily="49" charset="0"/>
              </a:rPr>
              <a:t>Alebo v FXML: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VBox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stylesheets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="@myStyles.css"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fx:controller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sk.spse.MyController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 ...&gt;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&lt;/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VBox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1968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B6FA5-8231-D11B-7F57-A0BDE68D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BC57FF-F266-4101-0434-C3544AE53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ID komponentu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54EB8CB-7C7F-5474-BE3F-3F491C11F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1585314"/>
            <a:ext cx="11729884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Jedinečný identifikátor komponentu,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#</a:t>
            </a:r>
            <a:r>
              <a:rPr lang="sk-SK" dirty="0">
                <a:latin typeface="Consolas" panose="020B0609020204030204" pitchFamily="49" charset="0"/>
              </a:rPr>
              <a:t>id</a:t>
            </a:r>
            <a:r>
              <a:rPr lang="sk-SK" dirty="0"/>
              <a:t> v CSS</a:t>
            </a:r>
          </a:p>
          <a:p>
            <a:pPr>
              <a:lnSpc>
                <a:spcPct val="100000"/>
              </a:lnSpc>
            </a:pPr>
            <a:r>
              <a:rPr lang="sk-SK" dirty="0"/>
              <a:t>Pomocou metódy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setId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00000"/>
              </a:lnSpc>
            </a:pPr>
            <a:r>
              <a:rPr lang="sk-SK" dirty="0"/>
              <a:t>V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fxml</a:t>
            </a:r>
            <a:r>
              <a:rPr lang="sk-SK" dirty="0"/>
              <a:t> a v </a:t>
            </a:r>
            <a:r>
              <a:rPr lang="sk-SK" dirty="0" err="1"/>
              <a:t>Scene</a:t>
            </a:r>
            <a:r>
              <a:rPr lang="sk-SK" dirty="0"/>
              <a:t> </a:t>
            </a:r>
            <a:r>
              <a:rPr lang="sk-SK" dirty="0" err="1"/>
              <a:t>Builderi</a:t>
            </a:r>
            <a:r>
              <a:rPr lang="sk-SK" dirty="0"/>
              <a:t> pomocou atribútu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fx:id</a:t>
            </a:r>
            <a:r>
              <a:rPr lang="sk-SK" dirty="0"/>
              <a:t> alebo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</a:p>
          <a:p>
            <a:pPr>
              <a:lnSpc>
                <a:spcPct val="100000"/>
              </a:lnSpc>
            </a:pPr>
            <a:r>
              <a:rPr lang="sk-SK" dirty="0"/>
              <a:t>Tento identifikátor môže mať iba jeden prvok v scéne, nesmie sa opakovať</a:t>
            </a:r>
          </a:p>
          <a:p>
            <a:pPr>
              <a:lnSpc>
                <a:spcPct val="100000"/>
              </a:lnSpc>
            </a:pPr>
            <a:endParaRPr lang="sk-SK" b="1" dirty="0"/>
          </a:p>
          <a:p>
            <a:pPr marL="0" indent="0">
              <a:lnSpc>
                <a:spcPct val="100000"/>
              </a:lnSpc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#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plus1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-font-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weight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bold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5364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AA86EE-1FF5-DEF7-93CB-3A71F446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B575B3-0610-11A2-A173-5ACC16CD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ID komponentu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6E68A7-98EA-DB30-1EB2-438C4D57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1585314"/>
            <a:ext cx="11729884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Button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= new Button("Plus 1");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button.setId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("plus1");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sk-SK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>
                <a:latin typeface="Consolas" panose="020B0609020204030204" pitchFamily="49" charset="0"/>
              </a:rPr>
              <a:t>Alebo v FXML: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fx:id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counter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id="plus1"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onAction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="#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incrementCounter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 text="Plus 1" /&gt;</a:t>
            </a:r>
          </a:p>
        </p:txBody>
      </p:sp>
    </p:spTree>
    <p:extLst>
      <p:ext uri="{BB962C8B-B14F-4D97-AF65-F5344CB8AC3E}">
        <p14:creationId xmlns:p14="http://schemas.microsoft.com/office/powerpoint/2010/main" val="1014119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F8828-D965-2FDB-5022-D2DA83DBB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0687A1-4F79-DADE-5561-ACDFBFE9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Použitie</a:t>
            </a:r>
            <a:r>
              <a:rPr lang="en-US" dirty="0"/>
              <a:t> CSS tried, .class v CSS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22A6693-E3CD-FC72-508B-CB6D1B28D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1585314"/>
            <a:ext cx="10884310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Pomocou metódy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getStyleClass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fxml</a:t>
            </a:r>
            <a:r>
              <a:rPr lang="sk-SK" dirty="0"/>
              <a:t> pomocou atribútu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styleClass</a:t>
            </a:r>
            <a:r>
              <a:rPr lang="sk-SK" dirty="0"/>
              <a:t> (</a:t>
            </a:r>
            <a:r>
              <a:rPr lang="sk-SK" dirty="0" err="1"/>
              <a:t>style</a:t>
            </a:r>
            <a:r>
              <a:rPr lang="sk-SK" dirty="0"/>
              <a:t> </a:t>
            </a:r>
            <a:r>
              <a:rPr lang="sk-SK" dirty="0" err="1"/>
              <a:t>class</a:t>
            </a:r>
            <a:r>
              <a:rPr lang="sk-SK" dirty="0"/>
              <a:t> v </a:t>
            </a:r>
            <a:r>
              <a:rPr lang="sk-SK" dirty="0" err="1"/>
              <a:t>Scene</a:t>
            </a:r>
            <a:r>
              <a:rPr lang="sk-SK" dirty="0"/>
              <a:t> </a:t>
            </a:r>
            <a:r>
              <a:rPr lang="sk-SK" dirty="0" err="1"/>
              <a:t>Builderi</a:t>
            </a:r>
            <a:r>
              <a:rPr lang="sk-SK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Trieda sa môže použiť pre viacero prvkov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/>
              <a:t>JavaFX</a:t>
            </a:r>
            <a:r>
              <a:rPr lang="sk-SK" dirty="0"/>
              <a:t> má preddefinované triedy podľa typu daného komponentu.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dirty="0"/>
              <a:t>,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text-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field</a:t>
            </a:r>
            <a:r>
              <a:rPr lang="sk-SK" dirty="0"/>
              <a:t>, ...)</a:t>
            </a:r>
          </a:p>
          <a:p>
            <a:pPr marL="0" indent="0">
              <a:lnSpc>
                <a:spcPct val="100000"/>
              </a:lnSpc>
              <a:buNone/>
            </a:pPr>
            <a:endParaRPr lang="sk-SK" b="1" dirty="0"/>
          </a:p>
          <a:p>
            <a:pPr marL="0" indent="0">
              <a:spcBef>
                <a:spcPts val="0"/>
              </a:spcBef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ovladanie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fx-border-radius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12px;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fx-background-radius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12px;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09714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B50AE-680B-E7CE-6BA3-D27AF23C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714317-7C77-70C4-6155-18565BAD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Použitie</a:t>
            </a:r>
            <a:r>
              <a:rPr lang="en-US" dirty="0"/>
              <a:t> CSS tried, .class v CSS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2B2C6DF-161C-48F1-5702-E6B50ACAA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1585314"/>
            <a:ext cx="10884310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("Plus 1");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getStyleClass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ovladanie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môžeme priradiť viacero tried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getStyleClass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("trieda2");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latin typeface="Consolas" panose="020B0609020204030204" pitchFamily="49" charset="0"/>
              </a:rPr>
              <a:t>Alebo v FXML: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styleClass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ovladanie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onAction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="#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incrementCounter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 text="Plus 1" /&gt;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latin typeface="Consolas" panose="020B0609020204030204" pitchFamily="49" charset="0"/>
              </a:rPr>
              <a:t>rovnakú triedu môže mať viacero komponentov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styleClass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ovladanie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onAction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="#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closeCounter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 text="Zavrieť" /&gt;</a:t>
            </a:r>
          </a:p>
        </p:txBody>
      </p:sp>
    </p:spTree>
    <p:extLst>
      <p:ext uri="{BB962C8B-B14F-4D97-AF65-F5344CB8AC3E}">
        <p14:creationId xmlns:p14="http://schemas.microsoft.com/office/powerpoint/2010/main" val="566231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8575BE-3B3C-573A-47FE-F830776F2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2AEF69-E765-AC6E-A8B2-278B3D30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Pseudo</a:t>
            </a:r>
            <a:r>
              <a:rPr lang="sk-SK" dirty="0"/>
              <a:t> triedy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8D13A1A-959A-C40F-187B-D97B54138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1585314"/>
            <a:ext cx="11562735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/>
              <a:t>Prvky ktoré sú v určitom stave, napr. pri </a:t>
            </a:r>
            <a:r>
              <a:rPr lang="sk-SK" dirty="0" err="1"/>
              <a:t>kliknití</a:t>
            </a:r>
            <a:r>
              <a:rPr lang="sk-SK" dirty="0"/>
              <a:t>, pri prechode myšou, </a:t>
            </a:r>
            <a:r>
              <a:rPr lang="sk-SK" dirty="0" err="1"/>
              <a:t>atď</a:t>
            </a:r>
            <a:endParaRPr lang="sk-SK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pressed</a:t>
            </a:r>
            <a:r>
              <a:rPr lang="sk-SK" sz="2800" dirty="0"/>
              <a:t> - použije </a:t>
            </a:r>
            <a:r>
              <a:rPr lang="sk-SK" sz="2800" dirty="0" err="1"/>
              <a:t>se</a:t>
            </a:r>
            <a:r>
              <a:rPr lang="sk-SK" sz="2800" dirty="0"/>
              <a:t> pri stlačení prvku (kliknutie myšou)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hover</a:t>
            </a:r>
            <a:r>
              <a:rPr lang="sk-SK" sz="2800" dirty="0"/>
              <a:t> - použije sa, ak nad prvkom je kurzor myši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focused</a:t>
            </a:r>
            <a:r>
              <a:rPr lang="sk-SK" sz="2800" dirty="0"/>
              <a:t> - ak je prvok '</a:t>
            </a:r>
            <a:r>
              <a:rPr lang="sk-SK" sz="2800" dirty="0" err="1"/>
              <a:t>fokusovaný</a:t>
            </a:r>
            <a:r>
              <a:rPr lang="sk-SK" sz="2800" dirty="0"/>
              <a:t>'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disabled</a:t>
            </a:r>
            <a:r>
              <a:rPr lang="sk-SK" sz="2800" dirty="0"/>
              <a:t> - neaktívne prvky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sk-SK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:pressed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fx-background-color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green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:hover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-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fx-effect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dropshadow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gaussian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rgba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(0,0,0,0.4), 12, 0, 0, 4);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745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C5DFE-A3E1-EEF3-F09C-77D8FA8E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231E6A-9620-6FF2-83B2-73BDF1E94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Príklad</a:t>
            </a: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8E15E60D-A44E-FA8D-AAFA-6C9E7870E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86" y="2975335"/>
            <a:ext cx="11525481" cy="3406903"/>
          </a:xfrm>
          <a:prstGeom prst="rect">
            <a:avLst/>
          </a:prstGeom>
        </p:spPr>
      </p:pic>
      <p:pic>
        <p:nvPicPr>
          <p:cNvPr id="1026" name="Picture 2" descr="Style0">
            <a:extLst>
              <a:ext uri="{FF2B5EF4-FFF2-40B4-BE49-F238E27FC236}">
                <a16:creationId xmlns:a16="http://schemas.microsoft.com/office/drawing/2014/main" id="{5AEDBDC1-B6A6-BC31-828D-527FEC8F4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57" y="159027"/>
            <a:ext cx="6899457" cy="261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10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69132-626C-69F2-BD5B-206B975C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A4595C-9126-6A7A-C9DA-2AFE9506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Príklad</a:t>
            </a:r>
          </a:p>
        </p:txBody>
      </p:sp>
      <p:pic>
        <p:nvPicPr>
          <p:cNvPr id="2050" name="Picture 2" descr="Style1">
            <a:extLst>
              <a:ext uri="{FF2B5EF4-FFF2-40B4-BE49-F238E27FC236}">
                <a16:creationId xmlns:a16="http://schemas.microsoft.com/office/drawing/2014/main" id="{C2A18F50-1C9D-CF87-1BF5-3526F0646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370" y="1884902"/>
            <a:ext cx="5641230" cy="199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tyle2">
            <a:extLst>
              <a:ext uri="{FF2B5EF4-FFF2-40B4-BE49-F238E27FC236}">
                <a16:creationId xmlns:a16="http://schemas.microsoft.com/office/drawing/2014/main" id="{30EC9B5D-AB09-518C-87CB-C119C96BE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370" y="4333661"/>
            <a:ext cx="5738277" cy="2159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tyle3">
            <a:extLst>
              <a:ext uri="{FF2B5EF4-FFF2-40B4-BE49-F238E27FC236}">
                <a16:creationId xmlns:a16="http://schemas.microsoft.com/office/drawing/2014/main" id="{C97423AB-D434-10E9-1AB0-F5C2A2AFD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01" y="4333661"/>
            <a:ext cx="5617030" cy="2096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tyle0">
            <a:extLst>
              <a:ext uri="{FF2B5EF4-FFF2-40B4-BE49-F238E27FC236}">
                <a16:creationId xmlns:a16="http://schemas.microsoft.com/office/drawing/2014/main" id="{0FC843A3-35EF-BA85-4508-9B0EF46B1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01" y="1884902"/>
            <a:ext cx="5540781" cy="2096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417470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27837</TotalTime>
  <Words>717</Words>
  <Application>Microsoft Office PowerPoint</Application>
  <PresentationFormat>Širokouhlá</PresentationFormat>
  <Paragraphs>117</Paragraphs>
  <Slides>14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23</vt:lpstr>
      <vt:lpstr>CSS - kaskádové štýly</vt:lpstr>
      <vt:lpstr>Prezentácia programu PowerPoint</vt:lpstr>
      <vt:lpstr>Inline štýl</vt:lpstr>
      <vt:lpstr>Inline štýl</vt:lpstr>
      <vt:lpstr>Externý CSS súbor</vt:lpstr>
      <vt:lpstr>ID komponentu</vt:lpstr>
      <vt:lpstr>ID komponentu</vt:lpstr>
      <vt:lpstr>Použitie CSS tried, .class v CSS</vt:lpstr>
      <vt:lpstr>Použitie CSS tried, .class v CSS</vt:lpstr>
      <vt:lpstr>Pseudo triedy</vt:lpstr>
      <vt:lpstr>Príklad</vt:lpstr>
      <vt:lpstr>Príklad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84</cp:revision>
  <dcterms:created xsi:type="dcterms:W3CDTF">2025-09-05T09:09:34Z</dcterms:created>
  <dcterms:modified xsi:type="dcterms:W3CDTF">2026-03-20T22:40:31Z</dcterms:modified>
</cp:coreProperties>
</file>
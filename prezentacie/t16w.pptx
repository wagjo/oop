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287" r:id="rId5"/>
    <p:sldId id="288" r:id="rId6"/>
    <p:sldId id="289" r:id="rId7"/>
    <p:sldId id="290" r:id="rId8"/>
    <p:sldId id="291" r:id="rId9"/>
    <p:sldId id="29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47" d="100"/>
          <a:sy n="47" d="100"/>
        </p:scale>
        <p:origin x="7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13. 1. 2026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16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Budovanie</a:t>
            </a:r>
            <a:r>
              <a:rPr lang="en-US" dirty="0"/>
              <a:t> Java </a:t>
            </a:r>
            <a:r>
              <a:rPr lang="en-US" dirty="0" err="1"/>
              <a:t>aplikácií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Kompilácia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JAR arch</a:t>
            </a:r>
            <a:r>
              <a:rPr lang="sk-SK" dirty="0" err="1"/>
              <a:t>ív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Budovanie Java aplikácií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Proces budovania Java aplikácií zahŕňa tieto kroky:</a:t>
            </a:r>
          </a:p>
          <a:p>
            <a:pPr marL="514350" indent="-514350">
              <a:buFont typeface="+mj-lt"/>
              <a:buAutoNum type="arabicPeriod"/>
            </a:pP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Písanie zdrojového kódu – 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</a:t>
            </a:r>
            <a:r>
              <a:rPr lang="sk-SK" dirty="0"/>
              <a:t> súbory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Kompilácia do </a:t>
            </a:r>
            <a:r>
              <a:rPr lang="sk-SK" dirty="0" err="1"/>
              <a:t>bajtkódu</a:t>
            </a:r>
            <a:r>
              <a:rPr lang="sk-SK" dirty="0"/>
              <a:t> – 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/>
              <a:t> súbory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Spustenie programu – pomocou Java </a:t>
            </a:r>
            <a:r>
              <a:rPr lang="sk-SK" dirty="0" err="1"/>
              <a:t>Virtual</a:t>
            </a:r>
            <a:r>
              <a:rPr lang="sk-SK" dirty="0"/>
              <a:t> </a:t>
            </a:r>
            <a:r>
              <a:rPr lang="sk-SK" dirty="0" err="1"/>
              <a:t>Machine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580D0-B9D9-74F5-88D1-B0C7686F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1C3258-7EE6-025D-A0E9-E4FE7EA2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Písanie zdrojového kódu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CA75339-A71A-3322-1B57-1A1065A9C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186416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Každá verejná trieda je v samostatnom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</a:t>
            </a:r>
            <a:r>
              <a:rPr lang="sk-SK" dirty="0"/>
              <a:t> súbore</a:t>
            </a:r>
          </a:p>
          <a:p>
            <a:pPr marL="0" indent="0">
              <a:buNone/>
            </a:pPr>
            <a:r>
              <a:rPr lang="sk-SK" dirty="0"/>
              <a:t>Zdrojové súbory sú v priečinkoch podľa ich balíkov</a:t>
            </a:r>
          </a:p>
          <a:p>
            <a:pPr marL="0" indent="0">
              <a:buNone/>
            </a:pPr>
            <a:r>
              <a:rPr lang="sk-SK" dirty="0"/>
              <a:t>Ostatné potrebné súboru - </a:t>
            </a:r>
            <a:r>
              <a:rPr lang="sk-SK" b="1" dirty="0"/>
              <a:t>zdrojové dáta</a:t>
            </a:r>
            <a:r>
              <a:rPr lang="sk-SK" dirty="0"/>
              <a:t> zvyčajne označujeme pojmom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assets</a:t>
            </a:r>
            <a:r>
              <a:rPr lang="sk-SK" dirty="0"/>
              <a:t> alebo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resources</a:t>
            </a:r>
            <a:r>
              <a:rPr lang="sk-SK" dirty="0"/>
              <a:t>, majú vlastný priečinok</a:t>
            </a:r>
          </a:p>
          <a:p>
            <a:pPr marL="0" indent="0">
              <a:buNone/>
            </a:pPr>
            <a:r>
              <a:rPr lang="sk-SK" dirty="0"/>
              <a:t>V </a:t>
            </a:r>
            <a:r>
              <a:rPr lang="sk-SK" dirty="0" err="1"/>
              <a:t>IntelliJ</a:t>
            </a:r>
            <a:r>
              <a:rPr lang="sk-SK" dirty="0"/>
              <a:t> označíme zdrojové adresáre pomocou pravého </a:t>
            </a:r>
            <a:r>
              <a:rPr lang="sk-SK" dirty="0" err="1"/>
              <a:t>tlačítka</a:t>
            </a:r>
            <a:r>
              <a:rPr lang="sk-SK" dirty="0"/>
              <a:t> 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Mark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Directory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As</a:t>
            </a:r>
          </a:p>
        </p:txBody>
      </p:sp>
    </p:spTree>
    <p:extLst>
      <p:ext uri="{BB962C8B-B14F-4D97-AF65-F5344CB8AC3E}">
        <p14:creationId xmlns:p14="http://schemas.microsoft.com/office/powerpoint/2010/main" val="3488784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68519-04E1-E59C-541D-441ECE73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37E444-CC3E-E2F7-9E2F-446EEA879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Kompilácia – nástroj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javac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F4716E6-3695-7D93-0232-5F5A92210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1463040"/>
            <a:ext cx="11091672" cy="510235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Zdrojové súbory sa kompilujú do </a:t>
            </a:r>
            <a:r>
              <a:rPr lang="sk-SK" b="1" dirty="0" err="1"/>
              <a:t>bajtkódu</a:t>
            </a:r>
            <a:r>
              <a:rPr lang="sk-SK" dirty="0"/>
              <a:t> (anglicky </a:t>
            </a:r>
            <a:r>
              <a:rPr lang="sk-SK" dirty="0" err="1"/>
              <a:t>bytecode</a:t>
            </a:r>
            <a:r>
              <a:rPr lang="sk-SK" dirty="0"/>
              <a:t>), ktorému rozumie </a:t>
            </a:r>
            <a:r>
              <a:rPr lang="sk-SK" i="1" dirty="0"/>
              <a:t>Java </a:t>
            </a:r>
            <a:r>
              <a:rPr lang="sk-SK" i="1" dirty="0" err="1"/>
              <a:t>Virtual</a:t>
            </a:r>
            <a:r>
              <a:rPr lang="sk-SK" i="1" dirty="0"/>
              <a:t> </a:t>
            </a:r>
            <a:r>
              <a:rPr lang="sk-SK" i="1" dirty="0" err="1"/>
              <a:t>Machine</a:t>
            </a:r>
            <a:endParaRPr lang="sk-SK" i="1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Skompilovaná trieda má svoj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/>
              <a:t> súbor v priečinkoch podľa balíkov</a:t>
            </a:r>
          </a:p>
          <a:p>
            <a:pPr marL="0" indent="0">
              <a:lnSpc>
                <a:spcPct val="100000"/>
              </a:lnSpc>
              <a:buNone/>
            </a:pPr>
            <a:endParaRPr lang="sk-SK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javac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NazovTriedy.java</a:t>
            </a:r>
            <a:r>
              <a:rPr lang="sk-SK" dirty="0"/>
              <a:t> - kompilácia jedného súboru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javac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-d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sourcepath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src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src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spse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/Main.java</a:t>
            </a:r>
            <a:r>
              <a:rPr lang="sk-SK" dirty="0"/>
              <a:t> - kompilácia projektu 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Na kompiláciu väčšinou používame IDE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Skompilované súbory sú v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production</a:t>
            </a:r>
            <a:r>
              <a:rPr lang="sk-SK" dirty="0"/>
              <a:t> alebo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target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classes</a:t>
            </a:r>
            <a:endParaRPr lang="sk-SK" i="1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86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0384A-AEF5-AA75-D69C-A7AA08F6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1DAB6B-4D59-B70B-66E4-2B5F9E21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Spustenie programu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14C4F76-98EA-D948-E603-88BEEE6AA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1463040"/>
            <a:ext cx="11091672" cy="510235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Potrebujeme vedieť: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sk-SK" dirty="0"/>
              <a:t>kde sú skompilované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/>
              <a:t> súbory</a:t>
            </a:r>
          </a:p>
          <a:p>
            <a:pPr>
              <a:lnSpc>
                <a:spcPct val="100000"/>
              </a:lnSpc>
              <a:buFontTx/>
              <a:buChar char="-"/>
            </a:pPr>
            <a:r>
              <a:rPr lang="sk-SK" dirty="0"/>
              <a:t>ako sa volá hlavná trieda programu (s </a:t>
            </a:r>
            <a:r>
              <a:rPr lang="sk-SK" dirty="0" err="1"/>
              <a:t>main</a:t>
            </a:r>
            <a:r>
              <a:rPr lang="sk-SK" dirty="0"/>
              <a:t> metódou)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Zoznam ciest k </a:t>
            </a:r>
            <a:r>
              <a:rPr lang="en-US" dirty="0" err="1"/>
              <a:t>skompilovan</a:t>
            </a:r>
            <a:r>
              <a:rPr lang="sk-SK" dirty="0" err="1"/>
              <a:t>ým</a:t>
            </a:r>
            <a:r>
              <a:rPr lang="sk-SK" dirty="0"/>
              <a:t> súborom sa v Jave volá </a:t>
            </a:r>
            <a:r>
              <a:rPr lang="sk-SK" b="1" dirty="0" err="1"/>
              <a:t>classpath</a:t>
            </a:r>
            <a:r>
              <a:rPr lang="sk-SK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Do </a:t>
            </a:r>
            <a:r>
              <a:rPr lang="sk-SK" dirty="0" err="1"/>
              <a:t>classpath</a:t>
            </a:r>
            <a:r>
              <a:rPr lang="sk-SK" dirty="0"/>
              <a:t> sa uvádza vždy iba koreňový adresár (napr.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out/production</a:t>
            </a:r>
            <a:r>
              <a:rPr lang="sk-SK" dirty="0"/>
              <a:t>), podadresáre balíkov sa neuvádzajú.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Viacero ciest oddelíme bodkočiarkou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sk-SK" dirty="0"/>
              <a:t> alebo v Linuxe dvojbodkou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sk-SK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Príklad </a:t>
            </a:r>
            <a:r>
              <a:rPr lang="sk-SK" dirty="0" err="1"/>
              <a:t>classpath</a:t>
            </a:r>
            <a:r>
              <a:rPr lang="sk-SK" dirty="0"/>
              <a:t>: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other;external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094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9DC44-1FB6-54AF-DA28-8F1B7CE35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0FB1B0-A66F-F991-4995-49812321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Spustenie programu – nástroj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java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1D58B82-780D-F793-E0B6-A1FE14C20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1463040"/>
            <a:ext cx="11091672" cy="510235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Spustenie programu realizujeme pomocou príkazu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</a:t>
            </a:r>
            <a:r>
              <a:rPr lang="sk-SK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Základné použitie: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java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cp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classpath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&gt; 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hlavna_trieda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Príklad: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java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cp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sk.spse.aplikacia.Main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00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2CF89-AD0C-8AE7-647D-C72D6B89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A375E6-D3AB-0AAC-AE14-F4829E02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JAR archív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C2B430B-7910-BAA5-56BC-D5B786783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1463040"/>
            <a:ext cx="11091672" cy="510235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JAR archív je súbor s príponou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.jar</a:t>
            </a:r>
            <a:r>
              <a:rPr lang="sk-SK" dirty="0"/>
              <a:t> a obsahuje všetky skompilované súbory tried a taktiež aj súbory so zdrojovými dátami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Názov hlavnej triedy je v JAR zapísaný v súbore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MANIFEST.MF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Príklad vytvorenia pomocou nástroja jar: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jar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cfm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app.jar manifest.txt -C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sk-SK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Spustenie programu s JAR archívu: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-jar app.jar</a:t>
            </a:r>
          </a:p>
        </p:txBody>
      </p:sp>
    </p:spTree>
    <p:extLst>
      <p:ext uri="{BB962C8B-B14F-4D97-AF65-F5344CB8AC3E}">
        <p14:creationId xmlns:p14="http://schemas.microsoft.com/office/powerpoint/2010/main" val="317034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BF6AF2-609F-7AEA-950F-810D2260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CC5B0C-D10D-14E2-FBB5-D3A4CF15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JAR archív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C5EF8A1-7C92-0AC5-858E-C7C2728CF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1463040"/>
            <a:ext cx="11091672" cy="510235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Triedy z JAR archívu vieme pridať na </a:t>
            </a:r>
            <a:r>
              <a:rPr lang="sk-SK" dirty="0" err="1"/>
              <a:t>classpath</a:t>
            </a:r>
            <a:r>
              <a:rPr lang="sk-SK" dirty="0"/>
              <a:t> a použiť v inom programe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Príklad: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cp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out: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kniznica.jar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sk.spse.aplikacia.Main</a:t>
            </a:r>
            <a:r>
              <a:rPr lang="sk-SK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Vtedy používame JAR archív ako knižnicu –  zdroj tried, nespúšťame ho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i="1" dirty="0"/>
              <a:t>Odporúča sa JAR archív nevytvárať ručne, ale použiť IDE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 IDEA vytvoríme JAR v časti </a:t>
            </a:r>
            <a:br>
              <a:rPr lang="sk-SK" dirty="0"/>
            </a:b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- Project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Structure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Artifacts</a:t>
            </a:r>
            <a:r>
              <a:rPr lang="sk-SK" dirty="0"/>
              <a:t>, kde pridáme JAR artefakt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 </a:t>
            </a:r>
            <a:r>
              <a:rPr lang="sk-SK" dirty="0" err="1"/>
              <a:t>zbuildovaní</a:t>
            </a:r>
            <a:r>
              <a:rPr lang="sk-SK" dirty="0"/>
              <a:t> projektu nájdeme JAR súbor v priečinku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artifacts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502492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8748</TotalTime>
  <Words>447</Words>
  <Application>Microsoft Office PowerPoint</Application>
  <PresentationFormat>Širokouhlá</PresentationFormat>
  <Paragraphs>61</Paragraphs>
  <Slides>9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16</vt:lpstr>
      <vt:lpstr>Budovanie Java aplikácií</vt:lpstr>
      <vt:lpstr>Písanie zdrojového kódu</vt:lpstr>
      <vt:lpstr>Kompilácia – nástroj javac</vt:lpstr>
      <vt:lpstr>Spustenie programu</vt:lpstr>
      <vt:lpstr>Spustenie programu – nástroj java</vt:lpstr>
      <vt:lpstr>JAR archív</vt:lpstr>
      <vt:lpstr>JAR archív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63</cp:revision>
  <dcterms:created xsi:type="dcterms:W3CDTF">2025-09-05T09:09:34Z</dcterms:created>
  <dcterms:modified xsi:type="dcterms:W3CDTF">2026-01-18T15:18:27Z</dcterms:modified>
</cp:coreProperties>
</file>
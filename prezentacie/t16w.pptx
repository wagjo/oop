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6" r:id="rId2"/>
    <p:sldId id="257" r:id="rId3"/>
    <p:sldId id="286" r:id="rId4"/>
    <p:sldId id="287" r:id="rId5"/>
    <p:sldId id="288" r:id="rId6"/>
    <p:sldId id="289" r:id="rId7"/>
    <p:sldId id="290" r:id="rId8"/>
    <p:sldId id="291" r:id="rId9"/>
    <p:sldId id="29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2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4. 1. 2026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91365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4. 1. 2026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74269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4. 1. 2026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07281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4. 1. 2026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65352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4. 1. 2026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74369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4. 1. 2026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07842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4. 1. 2026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1751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4. 1. 2026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08196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4. 1. 2026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09070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4. 1. 2026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888063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4. 1. 2026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52091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4. 1. 2026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82812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323955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786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</a:t>
            </a:r>
            <a:br>
              <a:rPr lang="sk-SK" sz="4000" dirty="0"/>
            </a:br>
            <a:r>
              <a:rPr lang="sk-SK" sz="4000" dirty="0"/>
              <a:t>Teória </a:t>
            </a:r>
            <a:r>
              <a:rPr lang="en-US" sz="4000" dirty="0"/>
              <a:t>16</a:t>
            </a: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5870448" cy="4180542"/>
          </a:xfrm>
        </p:spPr>
        <p:txBody>
          <a:bodyPr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err="1"/>
              <a:t>Budovanie</a:t>
            </a:r>
            <a:r>
              <a:rPr lang="en-US" dirty="0"/>
              <a:t> Java </a:t>
            </a:r>
            <a:r>
              <a:rPr lang="en-US" dirty="0" err="1"/>
              <a:t>aplikácií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Kompilácia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JAR arch</a:t>
            </a:r>
            <a:r>
              <a:rPr lang="sk-SK" dirty="0" err="1"/>
              <a:t>ív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442C44-59E7-C8F0-1590-CED16FCC5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847628F-FCF0-D006-5EEC-0A3BE320B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Budovanie Java aplikácií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34E8006-664C-5DF5-91F6-29AED5E4B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4"/>
            <a:ext cx="10186416" cy="498007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Proces budovania Java aplikácií zahŕňa tieto kroky:</a:t>
            </a:r>
          </a:p>
          <a:p>
            <a:pPr marL="514350" indent="-514350">
              <a:buFont typeface="+mj-lt"/>
              <a:buAutoNum type="arabicPeriod"/>
            </a:pPr>
            <a:endParaRPr lang="sk-SK" dirty="0"/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Písanie zdrojového kódu –  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java</a:t>
            </a:r>
            <a:r>
              <a:rPr lang="sk-SK" dirty="0"/>
              <a:t> súbory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Kompilácia do </a:t>
            </a:r>
            <a:r>
              <a:rPr lang="sk-SK" dirty="0" err="1"/>
              <a:t>bajtkódu</a:t>
            </a:r>
            <a:r>
              <a:rPr lang="sk-SK" dirty="0"/>
              <a:t> –  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dirty="0"/>
              <a:t> súbory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Spustenie programu – pomocou Java </a:t>
            </a:r>
            <a:r>
              <a:rPr lang="sk-SK" dirty="0" err="1"/>
              <a:t>Virtual</a:t>
            </a:r>
            <a:r>
              <a:rPr lang="sk-SK" dirty="0"/>
              <a:t> </a:t>
            </a:r>
            <a:r>
              <a:rPr lang="sk-SK" dirty="0" err="1"/>
              <a:t>Machine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3417867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2580D0-B9D9-74F5-88D1-B0C7686F7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81C3258-7EE6-025D-A0E9-E4FE7EA22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Písanie zdrojového kódu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3CA75339-A71A-3322-1B57-1A1065A9CF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544" y="1585314"/>
            <a:ext cx="10186416" cy="49800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dirty="0"/>
              <a:t>Každá verejná trieda je v samostatnom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java</a:t>
            </a:r>
            <a:r>
              <a:rPr lang="sk-SK" dirty="0"/>
              <a:t> súbore</a:t>
            </a:r>
          </a:p>
          <a:p>
            <a:pPr marL="0" indent="0">
              <a:buNone/>
            </a:pPr>
            <a:r>
              <a:rPr lang="sk-SK" dirty="0"/>
              <a:t>Zdrojové súbory sú v priečinkoch podľa ich balíkov</a:t>
            </a:r>
          </a:p>
          <a:p>
            <a:pPr marL="0" indent="0">
              <a:buNone/>
            </a:pPr>
            <a:r>
              <a:rPr lang="sk-SK" dirty="0"/>
              <a:t>Ostatné potrebné súboru - </a:t>
            </a:r>
            <a:r>
              <a:rPr lang="sk-SK" b="1" dirty="0"/>
              <a:t>zdrojové dáta</a:t>
            </a:r>
            <a:r>
              <a:rPr lang="sk-SK" dirty="0"/>
              <a:t> zvyčajne označujeme pojmom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assets</a:t>
            </a:r>
            <a:r>
              <a:rPr lang="sk-SK" dirty="0"/>
              <a:t> alebo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resources</a:t>
            </a:r>
            <a:r>
              <a:rPr lang="sk-SK" dirty="0"/>
              <a:t>, majú vlastný priečinok</a:t>
            </a:r>
          </a:p>
          <a:p>
            <a:pPr marL="0" indent="0">
              <a:buNone/>
            </a:pPr>
            <a:r>
              <a:rPr lang="sk-SK" dirty="0"/>
              <a:t>V </a:t>
            </a:r>
            <a:r>
              <a:rPr lang="sk-SK" dirty="0" err="1"/>
              <a:t>IntelliJ</a:t>
            </a:r>
            <a:r>
              <a:rPr lang="sk-SK" dirty="0"/>
              <a:t> označíme zdrojové adresáre pomocou pravého </a:t>
            </a:r>
            <a:r>
              <a:rPr lang="sk-SK" dirty="0" err="1"/>
              <a:t>tlačítka</a:t>
            </a:r>
            <a:r>
              <a:rPr lang="sk-SK" dirty="0"/>
              <a:t> a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Mark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Directory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As</a:t>
            </a:r>
          </a:p>
        </p:txBody>
      </p:sp>
    </p:spTree>
    <p:extLst>
      <p:ext uri="{BB962C8B-B14F-4D97-AF65-F5344CB8AC3E}">
        <p14:creationId xmlns:p14="http://schemas.microsoft.com/office/powerpoint/2010/main" val="3488784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D68519-04E1-E59C-541D-441ECE73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C37E444-CC3E-E2F7-9E2F-446EEA879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Kompilácia – nástroj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javac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F4716E6-3695-7D93-0232-5F5A922105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3232" y="1463040"/>
            <a:ext cx="11091672" cy="5102352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Zdrojové súbory sa kompilujú do </a:t>
            </a:r>
            <a:r>
              <a:rPr lang="sk-SK" b="1" dirty="0" err="1"/>
              <a:t>bajtkódu</a:t>
            </a:r>
            <a:r>
              <a:rPr lang="sk-SK" dirty="0"/>
              <a:t> (anglicky </a:t>
            </a:r>
            <a:r>
              <a:rPr lang="sk-SK" dirty="0" err="1"/>
              <a:t>bytecode</a:t>
            </a:r>
            <a:r>
              <a:rPr lang="sk-SK" dirty="0"/>
              <a:t>), ktorému rozumie </a:t>
            </a:r>
            <a:r>
              <a:rPr lang="sk-SK" i="1" dirty="0"/>
              <a:t>Java </a:t>
            </a:r>
            <a:r>
              <a:rPr lang="sk-SK" i="1" dirty="0" err="1"/>
              <a:t>Virtual</a:t>
            </a:r>
            <a:r>
              <a:rPr lang="sk-SK" i="1" dirty="0"/>
              <a:t> </a:t>
            </a:r>
            <a:r>
              <a:rPr lang="sk-SK" i="1" dirty="0" err="1"/>
              <a:t>Machine</a:t>
            </a:r>
            <a:endParaRPr lang="sk-SK" i="1" dirty="0"/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Skompilovaná trieda má svoj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dirty="0"/>
              <a:t> súbor v priečinkoch podľa balíkov</a:t>
            </a:r>
          </a:p>
          <a:p>
            <a:pPr marL="0" indent="0">
              <a:lnSpc>
                <a:spcPct val="100000"/>
              </a:lnSpc>
              <a:buNone/>
            </a:pPr>
            <a:endParaRPr lang="sk-SK" b="1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javac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NazovTriedy.java</a:t>
            </a:r>
            <a:r>
              <a:rPr lang="sk-SK" dirty="0"/>
              <a:t> - kompilácia jedného súboru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javac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-d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-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sourcepath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src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src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/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sk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/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spse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/Main.java</a:t>
            </a:r>
            <a:r>
              <a:rPr lang="sk-SK" dirty="0"/>
              <a:t> - kompilácia projektu </a:t>
            </a:r>
          </a:p>
          <a:p>
            <a:pPr marL="0" indent="0">
              <a:lnSpc>
                <a:spcPct val="100000"/>
              </a:lnSpc>
              <a:buNone/>
            </a:pPr>
            <a:endParaRPr lang="sk-SK" dirty="0"/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Na kompiláciu väčšinou používame IDE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Skompilované súbory sú v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/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production</a:t>
            </a:r>
            <a:r>
              <a:rPr lang="sk-SK" dirty="0"/>
              <a:t> alebo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target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/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classes</a:t>
            </a:r>
            <a:endParaRPr lang="sk-SK" i="1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4862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10384A-AEF5-AA75-D69C-A7AA08F6D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21DAB6B-4D59-B70B-66E4-2B5F9E21B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Spustenie programu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14C4F76-98EA-D948-E603-88BEEE6AA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3232" y="1463040"/>
            <a:ext cx="11091672" cy="5102352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Potrebujeme vedieť:</a:t>
            </a:r>
          </a:p>
          <a:p>
            <a:pPr>
              <a:lnSpc>
                <a:spcPct val="100000"/>
              </a:lnSpc>
              <a:buFontTx/>
              <a:buChar char="-"/>
            </a:pPr>
            <a:r>
              <a:rPr lang="sk-SK" dirty="0"/>
              <a:t>kde sú skompilované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sk-SK" dirty="0"/>
              <a:t> súbory</a:t>
            </a:r>
          </a:p>
          <a:p>
            <a:pPr>
              <a:lnSpc>
                <a:spcPct val="100000"/>
              </a:lnSpc>
              <a:buFontTx/>
              <a:buChar char="-"/>
            </a:pPr>
            <a:r>
              <a:rPr lang="sk-SK" dirty="0"/>
              <a:t>ako sa volá hlavná trieda programu (s </a:t>
            </a:r>
            <a:r>
              <a:rPr lang="sk-SK" dirty="0" err="1"/>
              <a:t>main</a:t>
            </a:r>
            <a:r>
              <a:rPr lang="sk-SK" dirty="0"/>
              <a:t> metódou)</a:t>
            </a:r>
          </a:p>
          <a:p>
            <a:pPr marL="0" indent="0">
              <a:lnSpc>
                <a:spcPct val="100000"/>
              </a:lnSpc>
              <a:buNone/>
            </a:pPr>
            <a:endParaRPr lang="sk-SK" dirty="0"/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Zoznam ciest k zdrojovým súborom sa v Jave volá </a:t>
            </a:r>
            <a:r>
              <a:rPr lang="sk-SK" b="1" dirty="0" err="1"/>
              <a:t>classpath</a:t>
            </a:r>
            <a:r>
              <a:rPr lang="sk-SK" dirty="0"/>
              <a:t>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Do </a:t>
            </a:r>
            <a:r>
              <a:rPr lang="sk-SK" dirty="0" err="1"/>
              <a:t>classpath</a:t>
            </a:r>
            <a:r>
              <a:rPr lang="sk-SK" dirty="0"/>
              <a:t> sa uvádza vždy iba koreňový adresár (napr.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src</a:t>
            </a:r>
            <a:r>
              <a:rPr lang="sk-SK" dirty="0"/>
              <a:t>), podadresáre balíkov sa neuvádzajú.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Viacero ciest oddelíme bodkočiarkou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  <a:r>
              <a:rPr lang="sk-SK" dirty="0"/>
              <a:t> alebo v Linuxe dvojbodkou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:</a:t>
            </a:r>
            <a:r>
              <a:rPr lang="sk-SK" dirty="0"/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Príklad </a:t>
            </a:r>
            <a:r>
              <a:rPr lang="sk-SK" dirty="0" err="1"/>
              <a:t>classpath</a:t>
            </a:r>
            <a:r>
              <a:rPr lang="sk-SK" dirty="0"/>
              <a:t>: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src;src-other;external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/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src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20943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69DC44-1FB6-54AF-DA28-8F1B7CE35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D0FB1B0-A66F-F991-4995-49812321B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Spustenie programu – nástroj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n-ea"/>
                <a:cs typeface="+mn-cs"/>
              </a:rPr>
              <a:t>java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1D58B82-780D-F793-E0B6-A1FE14C20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3232" y="1463040"/>
            <a:ext cx="11091672" cy="5102352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endParaRPr lang="sk-SK" dirty="0"/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Spustenie programu realizujeme pomocou príkazu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java</a:t>
            </a:r>
            <a:r>
              <a:rPr lang="sk-SK" dirty="0"/>
              <a:t> </a:t>
            </a:r>
          </a:p>
          <a:p>
            <a:pPr marL="0" indent="0">
              <a:lnSpc>
                <a:spcPct val="100000"/>
              </a:lnSpc>
              <a:buNone/>
            </a:pPr>
            <a:endParaRPr lang="sk-SK" dirty="0"/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Základné použitie: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java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-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cp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&lt;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classpath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&gt; &lt;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hlavna_trieda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&gt; </a:t>
            </a:r>
          </a:p>
          <a:p>
            <a:pPr marL="0" indent="0">
              <a:lnSpc>
                <a:spcPct val="100000"/>
              </a:lnSpc>
              <a:buNone/>
            </a:pPr>
            <a:endParaRPr lang="sk-SK" dirty="0"/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Príklad: 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java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-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cp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sk.spse.aplikacia.Main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7009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22CF89-AD0C-8AE7-647D-C72D6B89C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0A375E6-D3AB-0AAC-AE14-F4829E02E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JAR archív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C2B430B-7910-BAA5-56BC-D5B786783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3232" y="1463040"/>
            <a:ext cx="11091672" cy="5102352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JAR archív je súbor s príponou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.jar</a:t>
            </a:r>
            <a:r>
              <a:rPr lang="sk-SK" dirty="0"/>
              <a:t> a obsahuje všetky skompilované súbory tried a taktiež aj súbory so zdrojovými dátami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Názov hlavnej triedy je v JAR zapísaný v súbore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MANIFEST.MF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Príklad vytvorenia pomocou nástroja jar: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b="1" dirty="0">
                <a:highlight>
                  <a:srgbClr val="FFFF00"/>
                </a:highlight>
                <a:latin typeface="Consolas" panose="020B0609020204030204" pitchFamily="49" charset="0"/>
              </a:rPr>
              <a:t>jar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cfm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app.jar manifest.txt -C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sk-SK" dirty="0"/>
              <a:t> </a:t>
            </a:r>
          </a:p>
          <a:p>
            <a:pPr marL="0" indent="0">
              <a:lnSpc>
                <a:spcPct val="100000"/>
              </a:lnSpc>
              <a:buNone/>
            </a:pPr>
            <a:endParaRPr lang="sk-SK" dirty="0"/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Spustenie programu s JAR archívu: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java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-jar app.jar</a:t>
            </a:r>
          </a:p>
        </p:txBody>
      </p:sp>
    </p:spTree>
    <p:extLst>
      <p:ext uri="{BB962C8B-B14F-4D97-AF65-F5344CB8AC3E}">
        <p14:creationId xmlns:p14="http://schemas.microsoft.com/office/powerpoint/2010/main" val="31703439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F6AF2-609F-7AEA-950F-810D22600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2CC5B0C-D10D-14E2-FBB5-D3A4CF15A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JAR archív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C5EF8A1-7C92-0AC5-858E-C7C2728CF3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3232" y="1463040"/>
            <a:ext cx="11091672" cy="5102352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Triedy z JAR archívu vieme pridať na </a:t>
            </a:r>
            <a:r>
              <a:rPr lang="sk-SK" dirty="0" err="1"/>
              <a:t>classpath</a:t>
            </a:r>
            <a:r>
              <a:rPr lang="sk-SK" dirty="0"/>
              <a:t> a použiť v inom programe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Príklad: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java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-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cp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src:</a:t>
            </a:r>
            <a:r>
              <a:rPr lang="sk-SK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kniznica.jar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sk.spse.aplikacia.Main</a:t>
            </a:r>
            <a:r>
              <a:rPr lang="sk-SK" dirty="0"/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Vtedy používame JAR archív ako knižnicu –  zdroj tried, nespúšťame ho</a:t>
            </a:r>
          </a:p>
          <a:p>
            <a:pPr marL="0" indent="0">
              <a:lnSpc>
                <a:spcPct val="100000"/>
              </a:lnSpc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sk-SK" i="1" dirty="0"/>
              <a:t>Odporúča sa JAR archív nevytvárať ručne, ale použiť IDE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V IDEA vytvoríme JAR v časti </a:t>
            </a:r>
            <a:br>
              <a:rPr lang="sk-SK" dirty="0"/>
            </a:b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File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 - Project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Structure</a:t>
            </a:r>
            <a:r>
              <a:rPr lang="sk-SK" dirty="0"/>
              <a:t>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Artifacts</a:t>
            </a:r>
            <a:r>
              <a:rPr lang="sk-SK" dirty="0"/>
              <a:t>, kde pridáme JAR artefakt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Po </a:t>
            </a:r>
            <a:r>
              <a:rPr lang="sk-SK" dirty="0" err="1"/>
              <a:t>zbuildovaní</a:t>
            </a:r>
            <a:r>
              <a:rPr lang="sk-SK" dirty="0"/>
              <a:t> projektu nájdeme JAR súbor v priečinku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out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/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artifacts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502492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1222</TotalTime>
  <Words>443</Words>
  <Application>Microsoft Office PowerPoint</Application>
  <PresentationFormat>Širokouhlá</PresentationFormat>
  <Paragraphs>61</Paragraphs>
  <Slides>9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Consolas</vt:lpstr>
      <vt:lpstr>Motív Office</vt:lpstr>
      <vt:lpstr>Objektovo orientované programovanie</vt:lpstr>
      <vt:lpstr>OPG Teória 16</vt:lpstr>
      <vt:lpstr>Budovanie Java aplikácií</vt:lpstr>
      <vt:lpstr>Písanie zdrojového kódu</vt:lpstr>
      <vt:lpstr>Kompilácia – nástroj javac</vt:lpstr>
      <vt:lpstr>Spustenie programu</vt:lpstr>
      <vt:lpstr>Spustenie programu – nástroj java</vt:lpstr>
      <vt:lpstr>JAR archív</vt:lpstr>
      <vt:lpstr>JAR archív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62</cp:revision>
  <dcterms:created xsi:type="dcterms:W3CDTF">2025-09-05T09:09:34Z</dcterms:created>
  <dcterms:modified xsi:type="dcterms:W3CDTF">2026-01-04T21:37:22Z</dcterms:modified>
</cp:coreProperties>
</file>
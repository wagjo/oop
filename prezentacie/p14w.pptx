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71" r:id="rId5"/>
    <p:sldId id="280" r:id="rId6"/>
    <p:sldId id="281" r:id="rId7"/>
    <p:sldId id="282" r:id="rId8"/>
    <p:sldId id="27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16. 12. 2025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14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78815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Pygame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Práca</a:t>
            </a:r>
            <a:r>
              <a:rPr lang="en-US" dirty="0"/>
              <a:t> s </a:t>
            </a:r>
            <a:r>
              <a:rPr lang="en-US" dirty="0" err="1"/>
              <a:t>myšou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Vykresľovanie</a:t>
            </a:r>
            <a:r>
              <a:rPr lang="en-US" dirty="0"/>
              <a:t> </a:t>
            </a:r>
            <a:r>
              <a:rPr lang="en-US" dirty="0" err="1"/>
              <a:t>obrázkov</a:t>
            </a:r>
            <a:r>
              <a:rPr lang="en-US" dirty="0"/>
              <a:t> a </a:t>
            </a:r>
            <a:r>
              <a:rPr lang="en-US" dirty="0" err="1"/>
              <a:t>textu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Tlačítka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260873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 err="1"/>
              <a:t>Jednorázové</a:t>
            </a:r>
            <a:r>
              <a:rPr lang="en-US" dirty="0"/>
              <a:t> </a:t>
            </a:r>
            <a:r>
              <a:rPr lang="en-US" dirty="0" err="1"/>
              <a:t>udalosti</a:t>
            </a:r>
            <a:r>
              <a:rPr lang="en-US" dirty="0"/>
              <a:t> – </a:t>
            </a:r>
            <a:r>
              <a:rPr lang="en-US" b="1" dirty="0" err="1"/>
              <a:t>eventy</a:t>
            </a:r>
            <a:endParaRPr lang="en-US" b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b="1" dirty="0" err="1"/>
              <a:t>Stavy</a:t>
            </a:r>
            <a:r>
              <a:rPr lang="en-US" dirty="0"/>
              <a:t>, v </a:t>
            </a:r>
            <a:r>
              <a:rPr lang="en-US" dirty="0" err="1"/>
              <a:t>ktorých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myš</a:t>
            </a:r>
            <a:r>
              <a:rPr lang="en-US" dirty="0"/>
              <a:t> </a:t>
            </a:r>
            <a:r>
              <a:rPr lang="en-US" dirty="0" err="1"/>
              <a:t>nachádza</a:t>
            </a:r>
            <a:r>
              <a:rPr lang="en-US" dirty="0"/>
              <a:t> (</a:t>
            </a:r>
            <a:r>
              <a:rPr lang="en-US" dirty="0" err="1"/>
              <a:t>tlačítko</a:t>
            </a:r>
            <a:r>
              <a:rPr lang="en-US" dirty="0"/>
              <a:t> je </a:t>
            </a:r>
            <a:r>
              <a:rPr lang="en-US" dirty="0" err="1"/>
              <a:t>stlačené</a:t>
            </a:r>
            <a:r>
              <a:rPr lang="en-US" dirty="0"/>
              <a:t>, </a:t>
            </a:r>
            <a:r>
              <a:rPr lang="en-US" dirty="0" err="1"/>
              <a:t>myš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nachádza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pozícii</a:t>
            </a:r>
            <a:r>
              <a:rPr lang="en-US" dirty="0"/>
              <a:t> X, Y, ...)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 err="1"/>
              <a:t>Udalosti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vieme</a:t>
            </a:r>
            <a:r>
              <a:rPr lang="en-US" dirty="0"/>
              <a:t> </a:t>
            </a:r>
            <a:r>
              <a:rPr lang="en-US" dirty="0" err="1"/>
              <a:t>odchytiť</a:t>
            </a:r>
            <a:r>
              <a:rPr lang="en-US" dirty="0"/>
              <a:t> </a:t>
            </a:r>
            <a:r>
              <a:rPr lang="en-US" dirty="0" err="1"/>
              <a:t>pomocou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pygame.event.get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klávesnici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Stav </a:t>
            </a:r>
            <a:r>
              <a:rPr lang="en-US" dirty="0" err="1"/>
              <a:t>myši</a:t>
            </a:r>
            <a:r>
              <a:rPr lang="en-US" dirty="0"/>
              <a:t> </a:t>
            </a:r>
            <a:r>
              <a:rPr lang="en-US" dirty="0" err="1"/>
              <a:t>vieme</a:t>
            </a:r>
            <a:r>
              <a:rPr lang="en-US" dirty="0"/>
              <a:t> </a:t>
            </a:r>
            <a:r>
              <a:rPr lang="en-US" dirty="0" err="1"/>
              <a:t>zistiť</a:t>
            </a:r>
            <a:r>
              <a:rPr lang="en-US" dirty="0"/>
              <a:t> </a:t>
            </a:r>
            <a:r>
              <a:rPr lang="en-US" dirty="0" err="1"/>
              <a:t>pomocou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pygame.mouse.get_pressed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pygame.mouse.get_pos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.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Spracovanie myši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6E077-7E1D-3C08-FB6B-13141FD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624F04-DED5-0940-DB24-391E9C2A1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11257569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event in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pygame.event.get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pygame.MOUSEBUTTONDOWN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(“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Klik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!",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"na pozícii",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event.pos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pygame.MOUSEBUTTONUP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("Myš pustená!",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pygame.MOUSEWHEEL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("Koliesko otočené:",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Aktuálna pozícia myši (každý </a:t>
            </a:r>
            <a:r>
              <a:rPr lang="sk-SK" sz="2400" i="1" dirty="0" err="1">
                <a:highlight>
                  <a:srgbClr val="FFFF00"/>
                </a:highlight>
                <a:latin typeface="Consolas" panose="020B0609020204030204" pitchFamily="49" charset="0"/>
              </a:rPr>
              <a:t>frame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mys_x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mys_y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pygame.mouse.get_pos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Ktoré tlačidlá sú práve stlačené (ľavé, stredné, pravé)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tlacidla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pygame.mouse.get_pressed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</a:t>
            </a:r>
            <a:r>
              <a:rPr lang="sk-SK" sz="2400" i="1" dirty="0" err="1">
                <a:highlight>
                  <a:srgbClr val="FFFF00"/>
                </a:highlight>
                <a:latin typeface="Consolas" panose="020B0609020204030204" pitchFamily="49" charset="0"/>
              </a:rPr>
              <a:t>tlacidla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 je </a:t>
            </a:r>
            <a:r>
              <a:rPr lang="sk-SK" sz="2400" i="1" dirty="0" err="1">
                <a:highlight>
                  <a:srgbClr val="FFFF00"/>
                </a:highlight>
                <a:latin typeface="Consolas" panose="020B0609020204030204" pitchFamily="49" charset="0"/>
              </a:rPr>
              <a:t>tuple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: (ľavé, stredné, pravé)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tlacidla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[0]: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f"Držím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ľavé tlačidlo na [{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mys_x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},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mys_y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}]")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5F7E574-183B-1724-005B-A714154D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Spracovanie myši</a:t>
            </a:r>
          </a:p>
        </p:txBody>
      </p:sp>
    </p:spTree>
    <p:extLst>
      <p:ext uri="{BB962C8B-B14F-4D97-AF65-F5344CB8AC3E}">
        <p14:creationId xmlns:p14="http://schemas.microsoft.com/office/powerpoint/2010/main" val="282971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D0B2B-ED32-7783-AEC0-07D4D020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9D79405-6674-90ED-B155-8EA2E90E8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260873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V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 err="1"/>
              <a:t>vieme</a:t>
            </a:r>
            <a:r>
              <a:rPr lang="en-US" dirty="0"/>
              <a:t> </a:t>
            </a:r>
            <a:r>
              <a:rPr lang="en-US" dirty="0" err="1"/>
              <a:t>použiť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Rect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jednoduché</a:t>
            </a:r>
            <a:r>
              <a:rPr lang="en-US" dirty="0"/>
              <a:t> </a:t>
            </a:r>
            <a:r>
              <a:rPr lang="en-US" dirty="0" err="1"/>
              <a:t>tlačítka</a:t>
            </a:r>
            <a:r>
              <a:rPr lang="en-US" dirty="0"/>
              <a:t> - buttons,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ovládanie</a:t>
            </a:r>
            <a:r>
              <a:rPr lang="en-US" dirty="0"/>
              <a:t> </a:t>
            </a:r>
            <a:r>
              <a:rPr lang="en-US" dirty="0" err="1"/>
              <a:t>aplikácie</a:t>
            </a:r>
            <a:r>
              <a:rPr lang="en-US" dirty="0"/>
              <a:t>. </a:t>
            </a:r>
            <a:r>
              <a:rPr lang="en-US" dirty="0" err="1"/>
              <a:t>Postup</a:t>
            </a:r>
            <a:r>
              <a:rPr lang="en-US" dirty="0"/>
              <a:t> je </a:t>
            </a:r>
            <a:r>
              <a:rPr lang="en-US" dirty="0" err="1"/>
              <a:t>nasledovný</a:t>
            </a:r>
            <a:r>
              <a:rPr lang="sk-SK" dirty="0"/>
              <a:t>: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 err="1"/>
              <a:t>Vykreslíme</a:t>
            </a:r>
            <a:r>
              <a:rPr lang="en-US" sz="2800" dirty="0"/>
              <a:t>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Rect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pozícii</a:t>
            </a:r>
            <a:r>
              <a:rPr lang="en-US" sz="2800" dirty="0"/>
              <a:t>, </a:t>
            </a:r>
            <a:r>
              <a:rPr lang="en-US" sz="2800" dirty="0" err="1"/>
              <a:t>kde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má</a:t>
            </a:r>
            <a:r>
              <a:rPr lang="en-US" sz="2800" dirty="0"/>
              <a:t> </a:t>
            </a:r>
            <a:r>
              <a:rPr lang="en-US" sz="2800" dirty="0" err="1"/>
              <a:t>tlačítko</a:t>
            </a:r>
            <a:r>
              <a:rPr lang="en-US" sz="2800" dirty="0"/>
              <a:t> </a:t>
            </a:r>
            <a:r>
              <a:rPr lang="en-US" sz="2800" dirty="0" err="1"/>
              <a:t>nachádzať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 err="1"/>
              <a:t>Vypíšeme</a:t>
            </a:r>
            <a:r>
              <a:rPr lang="en-US" sz="2800" dirty="0"/>
              <a:t> label </a:t>
            </a:r>
            <a:r>
              <a:rPr lang="en-US" sz="2800" dirty="0" err="1"/>
              <a:t>tlačítka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V </a:t>
            </a:r>
            <a:r>
              <a:rPr lang="en-US" sz="2800" dirty="0" err="1"/>
              <a:t>hernej</a:t>
            </a:r>
            <a:r>
              <a:rPr lang="en-US" sz="2800" dirty="0"/>
              <a:t> </a:t>
            </a:r>
            <a:r>
              <a:rPr lang="en-US" sz="2800" dirty="0" err="1"/>
              <a:t>slučke</a:t>
            </a:r>
            <a:r>
              <a:rPr lang="en-US" sz="2800" dirty="0"/>
              <a:t> </a:t>
            </a:r>
            <a:r>
              <a:rPr lang="en-US" sz="2800" dirty="0" err="1"/>
              <a:t>budeme</a:t>
            </a:r>
            <a:r>
              <a:rPr lang="en-US" sz="2800" dirty="0"/>
              <a:t> </a:t>
            </a:r>
            <a:r>
              <a:rPr lang="en-US" sz="2800" dirty="0" err="1"/>
              <a:t>sledovať</a:t>
            </a:r>
            <a:r>
              <a:rPr lang="en-US" sz="2800" dirty="0"/>
              <a:t> </a:t>
            </a:r>
            <a:r>
              <a:rPr lang="en-US" sz="2800" dirty="0" err="1"/>
              <a:t>kliknutia</a:t>
            </a:r>
            <a:r>
              <a:rPr lang="en-US" sz="2800" dirty="0"/>
              <a:t> </a:t>
            </a:r>
            <a:r>
              <a:rPr lang="en-US" sz="2800" dirty="0" err="1"/>
              <a:t>myšou</a:t>
            </a:r>
            <a:r>
              <a:rPr lang="en-US" sz="2800" dirty="0"/>
              <a:t>. Ak bolo </a:t>
            </a:r>
            <a:r>
              <a:rPr lang="en-US" sz="2800" dirty="0" err="1"/>
              <a:t>kliknuté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pozícii</a:t>
            </a:r>
            <a:r>
              <a:rPr lang="en-US" sz="2800" dirty="0"/>
              <a:t> </a:t>
            </a:r>
            <a:r>
              <a:rPr lang="en-US" sz="2800" dirty="0" err="1"/>
              <a:t>tlačítka</a:t>
            </a:r>
            <a:r>
              <a:rPr lang="en-US" sz="2800" dirty="0"/>
              <a:t>, </a:t>
            </a:r>
            <a:r>
              <a:rPr lang="en-US" sz="2800" dirty="0" err="1"/>
              <a:t>vykonáme</a:t>
            </a:r>
            <a:r>
              <a:rPr lang="en-US" sz="2800" dirty="0"/>
              <a:t> </a:t>
            </a:r>
            <a:r>
              <a:rPr lang="en-US" sz="2800" dirty="0" err="1"/>
              <a:t>akciu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ABA9FE2-211F-F00E-ACFF-B4845367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Tlačítka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5747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2D852-EDA9-109A-89E6-A9C7757F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C8E355F-66DA-182F-5CBD-41696EF44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11257569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button_rect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pygame.Rect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(POZICIA)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button_label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"..."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pygame.draw.rect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FARBA_POZADIA,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button_rect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btn_text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font.render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button_label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FARBA_TEXTU)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screen.blit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btn_text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POZICIA)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pygame.MOUSEBUTTONDOWN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1: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Left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click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button_rect.collidepoint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event.pos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button_action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54E3833-2BB7-0DF1-294E-A24E366D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Tlačítka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3048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176F8-774D-FAE0-E06C-5C5A8A1D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DD310E-9B78-A0E5-B70E-5FC68669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260873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Modul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pygame.image</a:t>
            </a:r>
            <a:r>
              <a:rPr lang="en-US" dirty="0"/>
              <a:t>. </a:t>
            </a:r>
            <a:r>
              <a:rPr lang="en-US" dirty="0" err="1"/>
              <a:t>Podporuje</a:t>
            </a:r>
            <a:r>
              <a:rPr lang="en-US" dirty="0"/>
              <a:t> </a:t>
            </a:r>
            <a:r>
              <a:rPr lang="en-US" dirty="0" err="1"/>
              <a:t>štandardné</a:t>
            </a:r>
            <a:r>
              <a:rPr lang="en-US" dirty="0"/>
              <a:t> </a:t>
            </a:r>
            <a:r>
              <a:rPr lang="en-US" dirty="0" err="1"/>
              <a:t>formáty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GIF, JPEG, PNG a WEBP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 err="1"/>
              <a:t>Obrázok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viem</a:t>
            </a:r>
            <a:r>
              <a:rPr lang="en-US" dirty="0"/>
              <a:t> </a:t>
            </a:r>
            <a:r>
              <a:rPr lang="en-US" dirty="0" err="1"/>
              <a:t>načítať</a:t>
            </a:r>
            <a:r>
              <a:rPr lang="en-US" dirty="0"/>
              <a:t> </a:t>
            </a:r>
            <a:r>
              <a:rPr lang="en-US" dirty="0" err="1"/>
              <a:t>pomocou</a:t>
            </a:r>
            <a:r>
              <a:rPr lang="en-US" dirty="0"/>
              <a:t> </a:t>
            </a:r>
            <a:r>
              <a:rPr lang="en-US" dirty="0" err="1"/>
              <a:t>metódy</a:t>
            </a:r>
            <a:br>
              <a:rPr lang="en-US" dirty="0"/>
            </a:b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image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pygame.image.load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("filename")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Po </a:t>
            </a:r>
            <a:r>
              <a:rPr lang="en-US" dirty="0" err="1"/>
              <a:t>načítaní</a:t>
            </a:r>
            <a:r>
              <a:rPr lang="en-US" dirty="0"/>
              <a:t> </a:t>
            </a:r>
            <a:r>
              <a:rPr lang="en-US" dirty="0" err="1"/>
              <a:t>vieme</a:t>
            </a:r>
            <a:r>
              <a:rPr lang="en-US" dirty="0"/>
              <a:t> </a:t>
            </a:r>
            <a:r>
              <a:rPr lang="en-US" dirty="0" err="1"/>
              <a:t>zmeniť</a:t>
            </a:r>
            <a:r>
              <a:rPr lang="en-US" dirty="0"/>
              <a:t> </a:t>
            </a:r>
            <a:r>
              <a:rPr lang="en-US" dirty="0" err="1"/>
              <a:t>veľkosť</a:t>
            </a:r>
            <a:r>
              <a:rPr lang="en-US" dirty="0"/>
              <a:t> </a:t>
            </a:r>
            <a:r>
              <a:rPr lang="en-US" dirty="0" err="1"/>
              <a:t>obrázka</a:t>
            </a:r>
            <a:r>
              <a:rPr lang="en-US" dirty="0"/>
              <a:t> </a:t>
            </a:r>
            <a:r>
              <a:rPr lang="en-US" dirty="0" err="1"/>
              <a:t>pomocou</a:t>
            </a:r>
            <a:r>
              <a:rPr lang="en-US" dirty="0"/>
              <a:t> </a:t>
            </a:r>
            <a:br>
              <a:rPr lang="en-US" dirty="0"/>
            </a:b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image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pygame.transform.scale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(image, 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sirka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vyska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 err="1"/>
              <a:t>Samotné</a:t>
            </a:r>
            <a:r>
              <a:rPr lang="en-US" dirty="0"/>
              <a:t> </a:t>
            </a:r>
            <a:r>
              <a:rPr lang="en-US" dirty="0" err="1"/>
              <a:t>vykreslenie</a:t>
            </a:r>
            <a:r>
              <a:rPr lang="en-US" dirty="0"/>
              <a:t> </a:t>
            </a:r>
            <a:r>
              <a:rPr lang="en-US" dirty="0" err="1"/>
              <a:t>obrázku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obrazovku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realizuje</a:t>
            </a:r>
            <a:r>
              <a:rPr lang="en-US" dirty="0"/>
              <a:t> </a:t>
            </a:r>
            <a:r>
              <a:rPr lang="en-US" dirty="0" err="1"/>
              <a:t>pomocou</a:t>
            </a:r>
            <a:r>
              <a:rPr lang="en-US" dirty="0"/>
              <a:t>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screen.blit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(image,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rect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Nie je </a:t>
            </a:r>
            <a:r>
              <a:rPr lang="sk-SK" dirty="0"/>
              <a:t>dobré</a:t>
            </a:r>
            <a:r>
              <a:rPr lang="en-US" dirty="0"/>
              <a:t> </a:t>
            </a:r>
            <a:r>
              <a:rPr lang="en-US" dirty="0" err="1"/>
              <a:t>obrázok</a:t>
            </a:r>
            <a:r>
              <a:rPr lang="en-US" dirty="0"/>
              <a:t> </a:t>
            </a:r>
            <a:r>
              <a:rPr lang="en-US" dirty="0" err="1"/>
              <a:t>načítavať</a:t>
            </a:r>
            <a:r>
              <a:rPr lang="en-US" dirty="0"/>
              <a:t> </a:t>
            </a:r>
            <a:r>
              <a:rPr lang="en-US" dirty="0" err="1"/>
              <a:t>každý</a:t>
            </a:r>
            <a:r>
              <a:rPr lang="en-US" dirty="0"/>
              <a:t> frame. </a:t>
            </a:r>
            <a:r>
              <a:rPr lang="en-US" dirty="0" err="1"/>
              <a:t>Obrázok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sk-SK" dirty="0"/>
              <a:t>čítame</a:t>
            </a:r>
            <a:r>
              <a:rPr lang="en-US" dirty="0"/>
              <a:t> </a:t>
            </a:r>
            <a:r>
              <a:rPr lang="en-US" dirty="0" err="1"/>
              <a:t>raz</a:t>
            </a:r>
            <a:r>
              <a:rPr lang="en-US" dirty="0"/>
              <a:t> a </a:t>
            </a:r>
            <a:r>
              <a:rPr lang="en-US" dirty="0" err="1"/>
              <a:t>pamät</a:t>
            </a:r>
            <a:r>
              <a:rPr lang="sk-SK" dirty="0" err="1"/>
              <a:t>áme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načítané</a:t>
            </a:r>
            <a:r>
              <a:rPr lang="en-US" dirty="0"/>
              <a:t> </a:t>
            </a:r>
            <a:r>
              <a:rPr lang="en-US" dirty="0" err="1"/>
              <a:t>dáta</a:t>
            </a:r>
            <a:r>
              <a:rPr lang="en-US" dirty="0"/>
              <a:t>. Vo frame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už</a:t>
            </a:r>
            <a:r>
              <a:rPr lang="en-US" dirty="0"/>
              <a:t> </a:t>
            </a:r>
            <a:r>
              <a:rPr lang="en-US" dirty="0" err="1"/>
              <a:t>obrázok</a:t>
            </a:r>
            <a:r>
              <a:rPr lang="en-US" dirty="0"/>
              <a:t> </a:t>
            </a:r>
            <a:r>
              <a:rPr lang="en-US" dirty="0" err="1"/>
              <a:t>iba</a:t>
            </a:r>
            <a:r>
              <a:rPr lang="en-US" dirty="0"/>
              <a:t> </a:t>
            </a:r>
            <a:r>
              <a:rPr lang="en-US" dirty="0" err="1"/>
              <a:t>vykreslí</a:t>
            </a:r>
            <a:r>
              <a:rPr lang="en-US" dirty="0"/>
              <a:t>.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EEA7028-57FE-0964-BCFD-ADDB21FC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Vykresľovanie obrázku</a:t>
            </a:r>
          </a:p>
        </p:txBody>
      </p:sp>
    </p:spTree>
    <p:extLst>
      <p:ext uri="{BB962C8B-B14F-4D97-AF65-F5344CB8AC3E}">
        <p14:creationId xmlns:p14="http://schemas.microsoft.com/office/powerpoint/2010/main" val="87109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8589E-9A30-405C-1AE6-D7454492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B13A24-55AD-2223-A93D-C16EF21D0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690688"/>
            <a:ext cx="9840249" cy="4903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Dnes si pre našu adventúru vytvoríme grafické rozhranie. Postup </a:t>
            </a:r>
            <a:r>
              <a:rPr lang="sk-SK"/>
              <a:t>je nasledovný:</a:t>
            </a:r>
            <a:endParaRPr lang="sk-SK" dirty="0"/>
          </a:p>
          <a:p>
            <a:pPr lvl="1"/>
            <a:r>
              <a:rPr lang="sk-SK" sz="2800" dirty="0"/>
              <a:t>Do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assets</a:t>
            </a:r>
            <a:r>
              <a:rPr lang="sk-SK" sz="2800" dirty="0"/>
              <a:t> pridáme novú mapu a sadu obrázkov miestností</a:t>
            </a:r>
          </a:p>
          <a:p>
            <a:pPr lvl="1"/>
            <a:r>
              <a:rPr lang="sk-SK" sz="2800" dirty="0"/>
              <a:t>Upravíme triedu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Room</a:t>
            </a:r>
            <a:r>
              <a:rPr lang="sk-SK" sz="2800" dirty="0"/>
              <a:t> o nový atribút s obrázkom</a:t>
            </a:r>
          </a:p>
          <a:p>
            <a:pPr lvl="1"/>
            <a:r>
              <a:rPr lang="sk-SK" sz="2800" dirty="0"/>
              <a:t>Upravíme akciu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use</a:t>
            </a:r>
            <a:r>
              <a:rPr lang="sk-SK" sz="2800" dirty="0"/>
              <a:t>, aby sa v miestnosti mohol meniť obrázok</a:t>
            </a:r>
          </a:p>
          <a:p>
            <a:pPr lvl="1"/>
            <a:r>
              <a:rPr lang="sk-SK" sz="2800" dirty="0"/>
              <a:t>Vytvoríme novú triedu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PGEngine</a:t>
            </a:r>
            <a:r>
              <a:rPr lang="sk-SK" sz="2800" dirty="0"/>
              <a:t> s grafickým </a:t>
            </a:r>
            <a:r>
              <a:rPr lang="sk-SK" sz="2800" dirty="0" err="1"/>
              <a:t>enginom</a:t>
            </a: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2780B4E-B486-2462-77DA-F8FBED9E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prstClr val="black"/>
                </a:solidFill>
              </a:rPr>
              <a:t>Hra </a:t>
            </a:r>
            <a:r>
              <a:rPr lang="en-US" dirty="0">
                <a:solidFill>
                  <a:prstClr val="black"/>
                </a:solidFill>
              </a:rPr>
              <a:t>Adventura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7272747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9518</TotalTime>
  <Words>565</Words>
  <Application>Microsoft Office PowerPoint</Application>
  <PresentationFormat>Širokouhlá</PresentationFormat>
  <Paragraphs>61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14 </vt:lpstr>
      <vt:lpstr>Spracovanie myši</vt:lpstr>
      <vt:lpstr>Spracovanie myši</vt:lpstr>
      <vt:lpstr>Tlačítka</vt:lpstr>
      <vt:lpstr>Tlačítka</vt:lpstr>
      <vt:lpstr>Vykresľovanie obrázku</vt:lpstr>
      <vt:lpstr>Hra Adventura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40</cp:revision>
  <dcterms:created xsi:type="dcterms:W3CDTF">2025-09-05T09:09:34Z</dcterms:created>
  <dcterms:modified xsi:type="dcterms:W3CDTF">2025-12-16T11:58:47Z</dcterms:modified>
</cp:coreProperties>
</file>
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79" r:id="rId5"/>
    <p:sldId id="280" r:id="rId6"/>
    <p:sldId id="275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</a:t>
            </a:r>
            <a:r>
              <a:rPr lang="en-US" sz="4000" dirty="0"/>
              <a:t>4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Modul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</a:t>
            </a:r>
            <a:r>
              <a:rPr lang="sk-SK" dirty="0" err="1"/>
              <a:t>ík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Špeciálne atribúty a súbory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Slúži na organizáciu kódu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Súbor s príponou 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py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Každý modul má svoj vlastný priestor mien (</a:t>
            </a:r>
            <a:r>
              <a:rPr lang="sk-SK" dirty="0" err="1"/>
              <a:t>namespace</a:t>
            </a:r>
            <a:r>
              <a:rPr lang="sk-SK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Spustenie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python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-m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moj_modul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Modul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AC893-279A-7F2E-14B1-D77CCF1C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5BE97EC-97E7-9F06-C4FB-65E97A2D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Ak chcem použiť nejaký modul, musím ho importovať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it-IT" dirty="0"/>
              <a:t>Pri importovaní sa </a:t>
            </a:r>
            <a:r>
              <a:rPr lang="it-IT" dirty="0">
                <a:solidFill>
                  <a:srgbClr val="FF0000"/>
                </a:solidFill>
                <a:highlight>
                  <a:srgbClr val="00FFFF"/>
                </a:highlight>
              </a:rPr>
              <a:t>modul spustí a vykoná iba pri prvom importe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import ...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from ... import ...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import ... as ...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from ... import ... as ..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130C271-C739-F09D-8624-BD4CEE57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Import modulu</a:t>
            </a:r>
          </a:p>
        </p:txBody>
      </p:sp>
    </p:spTree>
    <p:extLst>
      <p:ext uri="{BB962C8B-B14F-4D97-AF65-F5344CB8AC3E}">
        <p14:creationId xmlns:p14="http://schemas.microsoft.com/office/powerpoint/2010/main" val="227551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2DF34-4D4F-8D23-0640-CFAD6804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0B3DCFF-F16F-D0B5-8D72-21745FEA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Dunder</a:t>
            </a:r>
            <a:r>
              <a:rPr lang="sk-SK" dirty="0"/>
              <a:t> atribúty, alebo špeciálne premenné majú dva </a:t>
            </a:r>
            <a:r>
              <a:rPr lang="sk-SK" dirty="0" err="1"/>
              <a:t>podčiarníky</a:t>
            </a:r>
            <a:r>
              <a:rPr lang="sk-SK" dirty="0"/>
              <a:t> pred aj za menom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Špeciálny atribút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Používa sa na rozlíšenie, či modul importujem alebo ho spúšťam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 == '__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__':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9D4E76B-2ADB-F024-DCC1-6A5EBBB0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__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name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204886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E9C301-D34F-238D-961A-2DCE28BD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5366893"/>
            <a:ext cx="10515600" cy="805307"/>
          </a:xfrm>
        </p:spPr>
        <p:txBody>
          <a:bodyPr>
            <a:normAutofit/>
          </a:bodyPr>
          <a:lstStyle/>
          <a:p>
            <a:pPr algn="ctr"/>
            <a:r>
              <a:rPr lang="sk-SK" sz="2800" dirty="0"/>
              <a:t>V </a:t>
            </a:r>
            <a:r>
              <a:rPr lang="sk-SK" sz="2800" dirty="0" err="1"/>
              <a:t>Pythone</a:t>
            </a:r>
            <a:r>
              <a:rPr lang="sk-SK" sz="2800" dirty="0"/>
              <a:t> na lietanie používame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import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antigravity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7" name="Zástupný objekt pre obsah 6" descr="Obrázok, na ktorom je text, snímka obrazovky, mapa&#10;&#10;Obsah vygenerovaný pomocou AI môže byť nesprávny.">
            <a:extLst>
              <a:ext uri="{FF2B5EF4-FFF2-40B4-BE49-F238E27FC236}">
                <a16:creationId xmlns:a16="http://schemas.microsoft.com/office/drawing/2014/main" id="{9822AA19-091B-86DD-DA5E-497E62F89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455" y="853756"/>
            <a:ext cx="6783345" cy="4191955"/>
          </a:xfrm>
        </p:spPr>
      </p:pic>
    </p:spTree>
    <p:extLst>
      <p:ext uri="{BB962C8B-B14F-4D97-AF65-F5344CB8AC3E}">
        <p14:creationId xmlns:p14="http://schemas.microsoft.com/office/powerpoint/2010/main" val="121193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6892E-0599-B5C0-AA31-6330A80E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AFBF0C-120E-B0EB-CD8C-764AE740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Je to adresár s modulmi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Názov balíka je názov adresára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Balíky v sebe môžu obsahovať ďalšie balíky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Importovanie je podobné ako pri moduloch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Názvy balíkov a modulu oddelíme bodkou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95D5F11-178B-789D-5990-19DF0395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Balík -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package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710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81A6D-9872-3EB3-CE53-60718F1A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34BA61-B8C0-D22E-68EA-9F9F4B34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Absolútny import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balik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balik.modul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balik.balik.balik.modul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balik.modul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import funkcia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balik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import modul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967C510-6ACB-C904-CD5C-AE1C9539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Import balíkov</a:t>
            </a:r>
          </a:p>
        </p:txBody>
      </p:sp>
    </p:spTree>
    <p:extLst>
      <p:ext uri="{BB962C8B-B14F-4D97-AF65-F5344CB8AC3E}">
        <p14:creationId xmlns:p14="http://schemas.microsoft.com/office/powerpoint/2010/main" val="380156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7853A-A493-C152-41D7-864F8339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7F6F82-BF69-116F-D3D2-04D764C74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Absolútny import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plná cesta, bez úvodnej bodky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Relatívny import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začína bodkou, hľadá sa od aktuálneho balíka/adresára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from . import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modul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from .. import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balík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from .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modul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import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funkcia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CD16685-6B02-24BA-F597-A4603327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Import balíkov</a:t>
            </a:r>
          </a:p>
        </p:txBody>
      </p:sp>
    </p:spTree>
    <p:extLst>
      <p:ext uri="{BB962C8B-B14F-4D97-AF65-F5344CB8AC3E}">
        <p14:creationId xmlns:p14="http://schemas.microsoft.com/office/powerpoint/2010/main" val="107247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98C46-8D2C-8C51-3218-F79A8E44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1DE0E3-47CB-7AF4-7634-ECBA76103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Každý balík môže obsahovať špeciálne súbory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Špeciálny súbor 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__init__.py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it-IT" sz="2800" dirty="0">
                <a:solidFill>
                  <a:srgbClr val="FF0000"/>
                </a:solidFill>
                <a:highlight>
                  <a:srgbClr val="00FFFF"/>
                </a:highlight>
              </a:rPr>
              <a:t>Volá sa pri prvom importe daného balík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Špeciálny súbor 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__main__.py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Volá sa pri spustení balíka ako programu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Spúšťa sa pomocou 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python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-m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balik</a:t>
            </a:r>
            <a:endParaRPr lang="sk-SK" sz="28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072EE24-AD68-3142-07F6-28CEE7F2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Špeciálne súbory</a:t>
            </a:r>
          </a:p>
        </p:txBody>
      </p:sp>
    </p:spTree>
    <p:extLst>
      <p:ext uri="{BB962C8B-B14F-4D97-AF65-F5344CB8AC3E}">
        <p14:creationId xmlns:p14="http://schemas.microsoft.com/office/powerpoint/2010/main" val="301171264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</TotalTime>
  <Words>291</Words>
  <Application>Microsoft Office PowerPoint</Application>
  <PresentationFormat>Širokouhlá</PresentationFormat>
  <Paragraphs>57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4</vt:lpstr>
      <vt:lpstr>Modul</vt:lpstr>
      <vt:lpstr>Import modulu</vt:lpstr>
      <vt:lpstr>__name__</vt:lpstr>
      <vt:lpstr>V Pythone na lietanie používame import antigravity</vt:lpstr>
      <vt:lpstr>Balík - package</vt:lpstr>
      <vt:lpstr>Import balíkov</vt:lpstr>
      <vt:lpstr>Import balíkov</vt:lpstr>
      <vt:lpstr>Špeciálne súbory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17</cp:revision>
  <dcterms:created xsi:type="dcterms:W3CDTF">2025-09-05T09:09:34Z</dcterms:created>
  <dcterms:modified xsi:type="dcterms:W3CDTF">2026-09-23T08:04:24Z</dcterms:modified>
</cp:coreProperties>
</file>
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58" r:id="rId4"/>
    <p:sldId id="288" r:id="rId5"/>
    <p:sldId id="289" r:id="rId6"/>
    <p:sldId id="285" r:id="rId7"/>
    <p:sldId id="290" r:id="rId8"/>
    <p:sldId id="29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Trieda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Diagram tried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Balíky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Modifikátory prístupu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Trieda - </a:t>
            </a:r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Class</a:t>
            </a:r>
            <a:endParaRPr lang="sk-SK" sz="40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953716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Základný stavebný blok v Jave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„plán“ alebo „šablóna“, podľa ktorej sa vytvárajú objekty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Dátový typ objektu je trieda, z ktorej bol objekt vytvorený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dnes =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endParaRPr lang="sk-SK" dirty="0"/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Triedy pomáhajú organizovať štruktúru zdrojového kódu a knižníc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377E2-30BD-E96D-EE42-A331CC88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4BE05C-7362-5EA8-1FB8-F78DCC75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Trieda - </a:t>
            </a:r>
            <a:r>
              <a:rPr lang="sk-SK" sz="4000" dirty="0" err="1"/>
              <a:t>Class</a:t>
            </a:r>
            <a:endParaRPr lang="sk-SK" sz="40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DB6A392-C9C6-DDED-D19B-293D8E753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7564016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Trieda obsahuje</a:t>
            </a:r>
          </a:p>
          <a:p>
            <a:pPr lvl="1"/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atribúty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- 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fields</a:t>
            </a:r>
            <a:endParaRPr lang="sk-SK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/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metódy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- 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methods</a:t>
            </a:r>
            <a:endParaRPr lang="sk-SK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/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konštruktory - 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constructors</a:t>
            </a:r>
            <a:endParaRPr lang="sk-SK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Atribúty a metódy môžu byť statické, potom nepatria objektu, ale triede</a:t>
            </a:r>
          </a:p>
          <a:p>
            <a:pPr marL="0" indent="0">
              <a:buNone/>
            </a:pPr>
            <a:r>
              <a:rPr lang="sk-SK" dirty="0"/>
              <a:t>Verejná trieda je vo vlastnom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</a:t>
            </a:r>
            <a:r>
              <a:rPr lang="sk-SK" dirty="0"/>
              <a:t> súbore s tým istým názvom</a:t>
            </a:r>
          </a:p>
        </p:txBody>
      </p:sp>
    </p:spTree>
    <p:extLst>
      <p:ext uri="{BB962C8B-B14F-4D97-AF65-F5344CB8AC3E}">
        <p14:creationId xmlns:p14="http://schemas.microsoft.com/office/powerpoint/2010/main" val="84082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ADF89-7FDC-61EB-4CF3-69A68C64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4C42BD-60FE-8543-266F-0E0155B9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UML </a:t>
            </a:r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Class</a:t>
            </a:r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 Diagram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EEC0827-B978-20E4-1F24-44FA03AF6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516" y="1690688"/>
            <a:ext cx="3577044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Trieda je obdĺžnik s troma časťami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Názov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Atribúty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Metódy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FDF59D38-40F0-C483-7AA7-34D2B594D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860" y="1690688"/>
            <a:ext cx="2467319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7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851B4-3129-D5CB-BBCD-5F0998A3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40598A-1C4D-300A-1F3B-47CDFEE7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Trieda </a:t>
            </a:r>
            <a:r>
              <a:rPr lang="sk-SK" dirty="0" err="1"/>
              <a:t>vs</a:t>
            </a:r>
            <a:r>
              <a:rPr lang="sk-SK" dirty="0"/>
              <a:t> Objekt</a:t>
            </a:r>
            <a:endParaRPr lang="sk-SK" sz="4000" dirty="0"/>
          </a:p>
        </p:txBody>
      </p:sp>
      <p:pic>
        <p:nvPicPr>
          <p:cNvPr id="7" name="Zástupný objekt pre obsah 6">
            <a:extLst>
              <a:ext uri="{FF2B5EF4-FFF2-40B4-BE49-F238E27FC236}">
                <a16:creationId xmlns:a16="http://schemas.microsoft.com/office/drawing/2014/main" id="{246FE4BA-78CC-24E3-626A-AAB7F272A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49136"/>
            <a:ext cx="10974097" cy="4159727"/>
          </a:xfr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06BF01D2-C70C-C6FB-45B4-C748D1A2A0F0}"/>
              </a:ext>
            </a:extLst>
          </p:cNvPr>
          <p:cNvSpPr txBox="1"/>
          <p:nvPr/>
        </p:nvSpPr>
        <p:spPr>
          <a:xfrm>
            <a:off x="273387" y="5643084"/>
            <a:ext cx="11739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  <a:latin typeface="Consolas" panose="020B0609020204030204" pitchFamily="49" charset="0"/>
              </a:rPr>
              <a:t>Auto moje = new Auto("Audi", "A4", 2020, "WUAZZZF43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...</a:t>
            </a:r>
            <a:r>
              <a:rPr lang="it-IT" sz="2400" dirty="0">
                <a:highlight>
                  <a:srgbClr val="FFFF00"/>
                </a:highlight>
                <a:latin typeface="Consolas" panose="020B0609020204030204" pitchFamily="49" charset="0"/>
              </a:rPr>
              <a:t>", "červená")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13489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FEE28-EEB1-17ED-22C6-CAE951297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D42DA8-9599-5ABC-55D0-D7CB7D6D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Balíky tried - </a:t>
            </a:r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packages</a:t>
            </a:r>
            <a:endParaRPr lang="sk-SK" sz="40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92BB5FB-2EE6-16DB-A093-A7B017746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148" y="1603602"/>
            <a:ext cx="10333652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package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nazov.balika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Balíky zoskupujú triedy a riešia problém s duplicitnými názvami</a:t>
            </a:r>
          </a:p>
          <a:p>
            <a:pPr marL="0" indent="0">
              <a:buNone/>
            </a:pPr>
            <a:r>
              <a:rPr lang="sk-SK" dirty="0"/>
              <a:t>Súbory v rámci balíka musia byť v tom istom adresári</a:t>
            </a:r>
          </a:p>
          <a:p>
            <a:pPr marL="0" indent="0"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Adresárová štruktúra musí byť rovnaká ako názov balíka</a:t>
            </a:r>
          </a:p>
          <a:p>
            <a:pPr marL="0" indent="0">
              <a:buNone/>
            </a:pPr>
            <a:r>
              <a:rPr lang="sk-SK" dirty="0"/>
              <a:t>Príklad: trieda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com.wagjo.vozidla.Auto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src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 └──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     └──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wagjo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          └── vozidla/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              └── Auto.java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1264601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5F82C-263B-AAE7-56D4-1F8CC1990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6AAFC-BD48-1020-56FD-3CAD541DE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Modifikátory prístupu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FA5BBFA-6468-C2C0-C7C2-A3E5AF832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148" y="1603602"/>
            <a:ext cx="8398172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/>
              <a:t>V Jave </a:t>
            </a:r>
            <a:r>
              <a:rPr lang="sk-SK" dirty="0"/>
              <a:t>viem kontrolovať, kto má prístup ku triede, jej atribútom alebo metódam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dirty="0"/>
          </a:p>
          <a:p>
            <a:pPr lvl="1">
              <a:spcBef>
                <a:spcPts val="1200"/>
              </a:spcBef>
            </a:pP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- verejný prístup z akejkoľvek triedy</a:t>
            </a:r>
          </a:p>
          <a:p>
            <a:pPr lvl="1">
              <a:spcBef>
                <a:spcPts val="1200"/>
              </a:spcBef>
            </a:pP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- prístup má iba sama trieda</a:t>
            </a:r>
          </a:p>
          <a:p>
            <a:pPr lvl="1">
              <a:spcBef>
                <a:spcPts val="1200"/>
              </a:spcBef>
            </a:pPr>
            <a:r>
              <a:rPr lang="sk-SK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bez modifikátora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- prístup je dovolený iba v rámci toho istého balíka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286707561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</TotalTime>
  <Words>262</Words>
  <Application>Microsoft Office PowerPoint</Application>
  <PresentationFormat>Širokouhlá</PresentationFormat>
  <Paragraphs>51</Paragraphs>
  <Slides>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4</vt:lpstr>
      <vt:lpstr>Trieda - Class</vt:lpstr>
      <vt:lpstr>Trieda - Class</vt:lpstr>
      <vt:lpstr>UML Class Diagram</vt:lpstr>
      <vt:lpstr>Trieda vs Objekt</vt:lpstr>
      <vt:lpstr>Balíky tried - packages</vt:lpstr>
      <vt:lpstr>Modifikátory prístupu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16</cp:revision>
  <dcterms:created xsi:type="dcterms:W3CDTF">2025-09-05T09:09:34Z</dcterms:created>
  <dcterms:modified xsi:type="dcterms:W3CDTF">2026-09-23T08:12:10Z</dcterms:modified>
</cp:coreProperties>
</file>
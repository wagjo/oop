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96" r:id="rId1"/>
  </p:sldMasterIdLst>
  <p:sldIdLst>
    <p:sldId id="266" r:id="rId2"/>
    <p:sldId id="257" r:id="rId3"/>
    <p:sldId id="283" r:id="rId4"/>
    <p:sldId id="291" r:id="rId5"/>
    <p:sldId id="292" r:id="rId6"/>
    <p:sldId id="284" r:id="rId7"/>
    <p:sldId id="293" r:id="rId8"/>
    <p:sldId id="294" r:id="rId9"/>
    <p:sldId id="285" r:id="rId10"/>
    <p:sldId id="29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2. 4. 2026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1149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2. 4. 2026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9796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2. 4. 2026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57420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2. 4. 2026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9817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2. 4. 2026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86370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2. 4. 2026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54684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2. 4. 2026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9774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2. 4. 2026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43039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2. 4. 2026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19663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2. 4. 2026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93636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2. 4. 2026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05875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2. 4. 2026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7252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291839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  <a:br>
              <a:rPr lang="en-US" sz="4000" dirty="0"/>
            </a:br>
            <a:r>
              <a:rPr lang="en-US" sz="4000" dirty="0"/>
              <a:t>- </a:t>
            </a:r>
            <a:r>
              <a:rPr lang="en-US" sz="4000" i="1" dirty="0" err="1"/>
              <a:t>pokro</a:t>
            </a:r>
            <a:r>
              <a:rPr lang="sk-SK" sz="4000" i="1" dirty="0" err="1"/>
              <a:t>čilí</a:t>
            </a:r>
            <a:endParaRPr lang="sk-SK" sz="4000" i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</a:t>
            </a:r>
            <a:r>
              <a:rPr lang="en-US" b="1" dirty="0"/>
              <a:t>,</a:t>
            </a:r>
            <a:r>
              <a:rPr lang="sk-SK" b="1" dirty="0"/>
              <a:t>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OPGP  Pokročilí</a:t>
            </a:r>
            <a:r>
              <a:rPr lang="en-US" sz="4000" dirty="0"/>
              <a:t> </a:t>
            </a:r>
            <a:r>
              <a:rPr lang="sk-SK" sz="4000" dirty="0"/>
              <a:t>2</a:t>
            </a:r>
            <a:r>
              <a:rPr lang="en-US" sz="4000" dirty="0"/>
              <a:t>3</a:t>
            </a:r>
            <a:br>
              <a:rPr lang="en-US" sz="4000" dirty="0"/>
            </a:br>
            <a:endParaRPr lang="sk-SK" sz="4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7" y="1338729"/>
            <a:ext cx="6482802" cy="4180542"/>
          </a:xfrm>
        </p:spPr>
        <p:txBody>
          <a:bodyPr anchor="ctr"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HTTP </a:t>
            </a:r>
            <a:r>
              <a:rPr lang="en-US" dirty="0" err="1"/>
              <a:t>protokol</a:t>
            </a:r>
            <a:r>
              <a:rPr lang="en-US" dirty="0"/>
              <a:t> a </a:t>
            </a:r>
            <a:r>
              <a:rPr lang="en-US" dirty="0" err="1"/>
              <a:t>vlastnosti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Request a response </a:t>
            </a:r>
            <a:r>
              <a:rPr lang="en-US" dirty="0" err="1"/>
              <a:t>spr</a:t>
            </a:r>
            <a:r>
              <a:rPr lang="sk-SK" dirty="0" err="1"/>
              <a:t>ávy</a:t>
            </a:r>
            <a:endParaRPr lang="sk-SK" dirty="0"/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HTTP metódy a </a:t>
            </a:r>
            <a:r>
              <a:rPr lang="sk-SK" dirty="0" err="1"/>
              <a:t>staut</a:t>
            </a:r>
            <a:r>
              <a:rPr lang="sk-SK" dirty="0"/>
              <a:t> kódy</a:t>
            </a:r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F34094-F190-314F-5CCB-9E270F9DD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3E8B18F-B5AD-1DC8-F63B-8510FD478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130" y="1610468"/>
            <a:ext cx="11300411" cy="46922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dirty="0" err="1"/>
              <a:t>HyperText</a:t>
            </a:r>
            <a:r>
              <a:rPr lang="sk-SK" dirty="0"/>
              <a:t> Transfer </a:t>
            </a:r>
            <a:r>
              <a:rPr lang="sk-SK" dirty="0" err="1"/>
              <a:t>Protocol</a:t>
            </a:r>
            <a:endParaRPr lang="sk-SK" dirty="0"/>
          </a:p>
          <a:p>
            <a:pPr marL="0" indent="0">
              <a:buNone/>
            </a:pPr>
            <a:endParaRPr lang="sk-SK" dirty="0"/>
          </a:p>
          <a:p>
            <a:r>
              <a:rPr lang="sk-SK" b="1" dirty="0"/>
              <a:t>textový protokol</a:t>
            </a:r>
            <a:r>
              <a:rPr lang="sk-SK" dirty="0"/>
              <a:t>: správy vo forme reťazcov, ľahko čitateľné</a:t>
            </a:r>
          </a:p>
          <a:p>
            <a:r>
              <a:rPr lang="sk-SK" b="1" dirty="0" err="1"/>
              <a:t>request-response</a:t>
            </a:r>
            <a:r>
              <a:rPr lang="sk-SK" dirty="0"/>
              <a:t> model: pošli požiadavku a dostaneš odpoveď</a:t>
            </a:r>
          </a:p>
          <a:p>
            <a:r>
              <a:rPr lang="sk-SK" b="1" dirty="0" err="1"/>
              <a:t>client</a:t>
            </a:r>
            <a:r>
              <a:rPr lang="sk-SK" b="1" dirty="0"/>
              <a:t>-server</a:t>
            </a:r>
            <a:r>
              <a:rPr lang="sk-SK" dirty="0"/>
              <a:t> komunikácia: spojenie 1-1, klient žiada a server odpovedá</a:t>
            </a:r>
          </a:p>
          <a:p>
            <a:r>
              <a:rPr lang="sk-SK" b="1" dirty="0" err="1"/>
              <a:t>bezstavový</a:t>
            </a:r>
            <a:r>
              <a:rPr lang="sk-SK" b="1" dirty="0"/>
              <a:t> </a:t>
            </a:r>
            <a:r>
              <a:rPr lang="sk-SK" dirty="0"/>
              <a:t>(</a:t>
            </a:r>
            <a:r>
              <a:rPr lang="sk-SK" dirty="0" err="1"/>
              <a:t>stateless</a:t>
            </a:r>
            <a:r>
              <a:rPr lang="sk-SK" dirty="0"/>
              <a:t>): každý </a:t>
            </a:r>
            <a:r>
              <a:rPr lang="sk-SK" dirty="0" err="1"/>
              <a:t>request</a:t>
            </a:r>
            <a:r>
              <a:rPr lang="sk-SK" dirty="0"/>
              <a:t> je samostatný a nezávislý, neexistuje spojitosť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A9C42A5D-33AB-425B-E11E-FCC779504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HTTP</a:t>
            </a:r>
          </a:p>
        </p:txBody>
      </p:sp>
    </p:spTree>
    <p:extLst>
      <p:ext uri="{BB962C8B-B14F-4D97-AF65-F5344CB8AC3E}">
        <p14:creationId xmlns:p14="http://schemas.microsoft.com/office/powerpoint/2010/main" val="886049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C40011-1A79-5D21-D938-7D2DA257E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2E4E895-5A37-463D-CD65-1A11B79E8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130" y="1610468"/>
            <a:ext cx="11300411" cy="46922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dirty="0"/>
              <a:t>Autor HTTP je </a:t>
            </a:r>
            <a:r>
              <a:rPr lang="sk-SK" b="1" dirty="0" err="1"/>
              <a:t>Tim</a:t>
            </a:r>
            <a:r>
              <a:rPr lang="sk-SK" b="1" dirty="0"/>
              <a:t> </a:t>
            </a:r>
            <a:r>
              <a:rPr lang="sk-SK" b="1" dirty="0" err="1"/>
              <a:t>Berners-Lee</a:t>
            </a:r>
            <a:r>
              <a:rPr lang="sk-SK" dirty="0"/>
              <a:t>, tvorca webu</a:t>
            </a:r>
          </a:p>
          <a:p>
            <a:pPr marL="0" indent="0">
              <a:buNone/>
            </a:pPr>
            <a:endParaRPr lang="sk-SK" dirty="0"/>
          </a:p>
          <a:p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HTTP/1.1</a:t>
            </a:r>
            <a:r>
              <a:rPr lang="sk-SK" dirty="0"/>
              <a:t> (1997) prvý HTTP štandard, stále používaný</a:t>
            </a:r>
          </a:p>
          <a:p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HTTP/2</a:t>
            </a:r>
            <a:r>
              <a:rPr lang="sk-SK" dirty="0"/>
              <a:t> (2015) binárny (nie textový)</a:t>
            </a:r>
          </a:p>
          <a:p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HTTP/3</a:t>
            </a:r>
            <a:r>
              <a:rPr lang="sk-SK" dirty="0"/>
              <a:t> (2022) používa QUIC (cez UDP), nie TCP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714B897C-55D6-64AC-7426-70E30A11A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HTTP</a:t>
            </a:r>
          </a:p>
        </p:txBody>
      </p:sp>
    </p:spTree>
    <p:extLst>
      <p:ext uri="{BB962C8B-B14F-4D97-AF65-F5344CB8AC3E}">
        <p14:creationId xmlns:p14="http://schemas.microsoft.com/office/powerpoint/2010/main" val="2235414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7BA4BA-CE6A-F75D-B43D-0489493F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0707F7D-DCE7-4D63-125A-5D1CBB35B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130" y="1610468"/>
            <a:ext cx="11300411" cy="46922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dirty="0"/>
              <a:t>HTTP neposkytuje žiadnu ochranu proti 'špehovaniu', preto sa dnes používa HTTPS (HTTP + TLS/SSL) </a:t>
            </a:r>
          </a:p>
          <a:p>
            <a:pPr marL="0" indent="0">
              <a:buNone/>
            </a:pPr>
            <a:r>
              <a:rPr lang="fr-FR" dirty="0"/>
              <a:t>Predvolený port pre HTTP je </a:t>
            </a:r>
            <a:r>
              <a:rPr lang="fr-FR" dirty="0">
                <a:highlight>
                  <a:srgbClr val="FFFF00"/>
                </a:highlight>
                <a:latin typeface="Consolas" panose="020B0609020204030204" pitchFamily="49" charset="0"/>
              </a:rPr>
              <a:t>80</a:t>
            </a:r>
            <a:r>
              <a:rPr lang="fr-FR" dirty="0"/>
              <a:t> a pre HTTPS </a:t>
            </a:r>
            <a:r>
              <a:rPr lang="fr-FR" dirty="0">
                <a:highlight>
                  <a:srgbClr val="FFFF00"/>
                </a:highlight>
                <a:latin typeface="Consolas" panose="020B0609020204030204" pitchFamily="49" charset="0"/>
              </a:rPr>
              <a:t>443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k-SK" dirty="0"/>
              <a:t>HTTP komunikuje na základe správ, ktoré sú buď </a:t>
            </a:r>
            <a:r>
              <a:rPr lang="sk-SK" dirty="0" err="1"/>
              <a:t>request</a:t>
            </a:r>
            <a:r>
              <a:rPr lang="sk-SK" dirty="0"/>
              <a:t> (požiadavka od klienta) alebo </a:t>
            </a:r>
            <a:r>
              <a:rPr lang="sk-SK" dirty="0" err="1"/>
              <a:t>response</a:t>
            </a:r>
            <a:r>
              <a:rPr lang="sk-SK" dirty="0"/>
              <a:t> (odpoveď servera).</a:t>
            </a:r>
          </a:p>
          <a:p>
            <a:pPr marL="0" indent="0">
              <a:buNone/>
            </a:pPr>
            <a:r>
              <a:rPr lang="sk-SK" dirty="0"/>
              <a:t>Na oddelenie jednotlivých častí v správe sa používa reťazec 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CRLF</a:t>
            </a:r>
            <a:r>
              <a:rPr lang="sk-SK" dirty="0"/>
              <a:t> (</a:t>
            </a:r>
            <a:r>
              <a:rPr lang="sk-SK" dirty="0" err="1"/>
              <a:t>Carriage</a:t>
            </a:r>
            <a:r>
              <a:rPr lang="sk-SK" dirty="0"/>
              <a:t> </a:t>
            </a:r>
            <a:r>
              <a:rPr lang="sk-SK" dirty="0" err="1"/>
              <a:t>Return</a:t>
            </a:r>
            <a:r>
              <a:rPr lang="sk-SK" dirty="0"/>
              <a:t> + </a:t>
            </a:r>
            <a:r>
              <a:rPr lang="sk-SK" dirty="0" err="1"/>
              <a:t>Line</a:t>
            </a:r>
            <a:r>
              <a:rPr lang="sk-SK" dirty="0"/>
              <a:t> </a:t>
            </a:r>
            <a:r>
              <a:rPr lang="sk-SK" dirty="0" err="1"/>
              <a:t>Feed</a:t>
            </a:r>
            <a:r>
              <a:rPr lang="sk-SK" dirty="0"/>
              <a:t>), v </a:t>
            </a:r>
            <a:r>
              <a:rPr lang="sk-SK" dirty="0" err="1"/>
              <a:t>Pythone</a:t>
            </a:r>
            <a:r>
              <a:rPr lang="sk-SK" dirty="0"/>
              <a:t> 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"\r\n"</a:t>
            </a:r>
            <a:r>
              <a:rPr lang="sk-SK" dirty="0"/>
              <a:t>.</a:t>
            </a:r>
          </a:p>
          <a:p>
            <a:pPr marL="0" indent="0">
              <a:buNone/>
            </a:pPr>
            <a:endParaRPr lang="sk-SK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5CC79D05-C2C2-A3BB-D013-F8822062D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HTTP</a:t>
            </a:r>
          </a:p>
        </p:txBody>
      </p:sp>
    </p:spTree>
    <p:extLst>
      <p:ext uri="{BB962C8B-B14F-4D97-AF65-F5344CB8AC3E}">
        <p14:creationId xmlns:p14="http://schemas.microsoft.com/office/powerpoint/2010/main" val="2091681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4745FC-F7CF-66F6-A34C-11C9CB77F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979A1B4-9B2A-C104-1ABD-60AEE7361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795" y="1620300"/>
            <a:ext cx="11300411" cy="4986977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Skladá sa z týchto častí: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sk-SK" b="1" dirty="0" err="1"/>
              <a:t>Request</a:t>
            </a:r>
            <a:r>
              <a:rPr lang="sk-SK" b="1" dirty="0"/>
              <a:t> riadok </a:t>
            </a:r>
            <a:r>
              <a:rPr lang="sk-SK" dirty="0"/>
              <a:t>- HTTP metóda, cesta a HTTP verzia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sk-SK" b="1" dirty="0"/>
              <a:t>Hlavička</a:t>
            </a:r>
            <a:r>
              <a:rPr lang="sk-SK" dirty="0"/>
              <a:t> - páry </a:t>
            </a:r>
            <a:r>
              <a:rPr lang="sk-SK" dirty="0" err="1"/>
              <a:t>attribút</a:t>
            </a:r>
            <a:r>
              <a:rPr lang="sk-SK" dirty="0"/>
              <a:t>: hodnota, oddelené pomocou CRLF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sk-SK" b="1" dirty="0"/>
              <a:t>Telo požiadavky </a:t>
            </a:r>
            <a:r>
              <a:rPr lang="sk-SK" dirty="0"/>
              <a:t>- len niekedy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endParaRPr lang="sk-SK" sz="3200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highlight>
                  <a:srgbClr val="FFFF00"/>
                </a:highlight>
                <a:latin typeface="Consolas" panose="020B0609020204030204" pitchFamily="49" charset="0"/>
              </a:rPr>
              <a:t>GET / HTTP/1.1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Host: www.example.com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User-Agent: curl/8.7.1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Connection: close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Accept: */*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552905C5-D033-3311-9525-9AB92AE87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Request</a:t>
            </a:r>
            <a:r>
              <a:rPr lang="sk-SK" dirty="0"/>
              <a:t> správa</a:t>
            </a:r>
          </a:p>
        </p:txBody>
      </p:sp>
    </p:spTree>
    <p:extLst>
      <p:ext uri="{BB962C8B-B14F-4D97-AF65-F5344CB8AC3E}">
        <p14:creationId xmlns:p14="http://schemas.microsoft.com/office/powerpoint/2010/main" val="2124297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7E9954-6D70-4810-7B95-CFCC4242A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4B27CB0-9746-F83F-9799-6840AE033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795" y="1620300"/>
            <a:ext cx="11300411" cy="4986977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Skladá sa z týchto častí: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sk-SK" b="1" dirty="0" err="1"/>
              <a:t>Statusový</a:t>
            </a:r>
            <a:r>
              <a:rPr lang="sk-SK" b="1" dirty="0"/>
              <a:t> riadok </a:t>
            </a:r>
            <a:r>
              <a:rPr lang="sk-SK" dirty="0"/>
              <a:t>- HTTP verzia, HTTP kód a textový popis kódu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sk-SK" b="1" dirty="0"/>
              <a:t>Hlavička</a:t>
            </a:r>
            <a:r>
              <a:rPr lang="sk-SK" dirty="0"/>
              <a:t> - podobne ako v </a:t>
            </a:r>
            <a:r>
              <a:rPr lang="sk-SK" dirty="0" err="1"/>
              <a:t>requeste</a:t>
            </a:r>
            <a:endParaRPr lang="sk-SK" dirty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sk-SK" b="1" dirty="0"/>
              <a:t>Telo požiadavky </a:t>
            </a:r>
            <a:r>
              <a:rPr lang="sk-SK" dirty="0"/>
              <a:t>- len niekedy, obsahuje samotné dáta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endParaRPr lang="en-US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8596ED02-6DA1-F211-05DE-56FE16C6A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Response</a:t>
            </a:r>
            <a:r>
              <a:rPr lang="sk-SK" dirty="0"/>
              <a:t> správa</a:t>
            </a:r>
          </a:p>
        </p:txBody>
      </p:sp>
    </p:spTree>
    <p:extLst>
      <p:ext uri="{BB962C8B-B14F-4D97-AF65-F5344CB8AC3E}">
        <p14:creationId xmlns:p14="http://schemas.microsoft.com/office/powerpoint/2010/main" val="869986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F326EB-B11B-3C67-A7D3-6C9ED5AD0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85DE339-9BED-9360-5D7D-28D803242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795" y="1620300"/>
            <a:ext cx="11300411" cy="4986977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HTTP/1.1 200 OK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Date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Thu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, 02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Apr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2026 12:23:14 GMT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Content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-Type: text/html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Connection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close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Server: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cloudflare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Last-Modified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Tue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, 24 Mar 2026 22:06:31 GMT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Allow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 GET, HEAD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Accept-Ranges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bytes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Age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 7106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-cache-status: HIT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CF-RAY: 9e5fcdba6e7984ce-VIE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&lt;!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doctype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html&gt;&lt;html&gt;&lt;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head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&gt;&lt;title&gt;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Example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&lt;/title&gt;&lt;/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head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  <a:b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&lt;body&gt;...&lt;/body&gt;&lt;/html&gt;</a:t>
            </a:r>
            <a:endParaRPr lang="en-US" sz="24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1CCE95E3-7D0E-0D14-BE31-BB628490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Response</a:t>
            </a:r>
            <a:r>
              <a:rPr lang="sk-SK" dirty="0"/>
              <a:t> správa</a:t>
            </a:r>
          </a:p>
        </p:txBody>
      </p:sp>
    </p:spTree>
    <p:extLst>
      <p:ext uri="{BB962C8B-B14F-4D97-AF65-F5344CB8AC3E}">
        <p14:creationId xmlns:p14="http://schemas.microsoft.com/office/powerpoint/2010/main" val="78054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8D4849-02B8-67C5-2A25-60BFEDC72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3C71BB5-EBB6-CA24-5E45-A25727690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795" y="1620300"/>
            <a:ext cx="11300411" cy="469222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Typ požiadavky, v prvom riadku </a:t>
            </a:r>
            <a:r>
              <a:rPr lang="sk-SK" dirty="0" err="1"/>
              <a:t>requestu</a:t>
            </a:r>
            <a:r>
              <a:rPr lang="sk-SK" dirty="0"/>
              <a:t>:</a:t>
            </a:r>
          </a:p>
          <a:p>
            <a:pPr marL="0" indent="0">
              <a:lnSpc>
                <a:spcPct val="100000"/>
              </a:lnSpc>
              <a:buNone/>
            </a:pPr>
            <a:endParaRPr lang="sk-SK" b="1" dirty="0"/>
          </a:p>
          <a:p>
            <a:pPr>
              <a:lnSpc>
                <a:spcPct val="100000"/>
              </a:lnSpc>
            </a:pPr>
            <a:r>
              <a:rPr lang="sk-SK" b="1" dirty="0"/>
              <a:t>GET</a:t>
            </a:r>
            <a:r>
              <a:rPr lang="sk-SK" dirty="0"/>
              <a:t>: len čítať </a:t>
            </a:r>
            <a:r>
              <a:rPr lang="sk-SK" dirty="0" err="1"/>
              <a:t>data</a:t>
            </a:r>
            <a:r>
              <a:rPr lang="sk-SK" dirty="0"/>
              <a:t> zo serveru</a:t>
            </a:r>
          </a:p>
          <a:p>
            <a:pPr>
              <a:lnSpc>
                <a:spcPct val="100000"/>
              </a:lnSpc>
            </a:pPr>
            <a:r>
              <a:rPr lang="sk-SK" b="1" dirty="0"/>
              <a:t>POST</a:t>
            </a:r>
            <a:r>
              <a:rPr lang="sk-SK" dirty="0"/>
              <a:t>: poslať dáta serveru, napr. formulár s údajmi</a:t>
            </a:r>
          </a:p>
          <a:p>
            <a:pPr>
              <a:lnSpc>
                <a:spcPct val="100000"/>
              </a:lnSpc>
            </a:pPr>
            <a:r>
              <a:rPr lang="sk-SK" b="1" dirty="0"/>
              <a:t>PUT</a:t>
            </a:r>
            <a:r>
              <a:rPr lang="sk-SK" dirty="0"/>
              <a:t>: odoslať nový alebo aktualizovaný súbor alebo dáta</a:t>
            </a:r>
          </a:p>
          <a:p>
            <a:pPr>
              <a:lnSpc>
                <a:spcPct val="100000"/>
              </a:lnSpc>
            </a:pPr>
            <a:r>
              <a:rPr lang="sk-SK" b="1" dirty="0"/>
              <a:t>DELETE</a:t>
            </a:r>
            <a:r>
              <a:rPr lang="sk-SK" dirty="0"/>
              <a:t>: odstrániť dáta alebo súbor na serveri</a:t>
            </a:r>
          </a:p>
          <a:p>
            <a:pPr>
              <a:lnSpc>
                <a:spcPct val="100000"/>
              </a:lnSpc>
            </a:pPr>
            <a:endParaRPr lang="sk-SK" sz="3200" i="1" dirty="0"/>
          </a:p>
          <a:p>
            <a:pPr marL="0" indent="0">
              <a:lnSpc>
                <a:spcPct val="100000"/>
              </a:lnSpc>
              <a:buNone/>
            </a:pPr>
            <a:r>
              <a:rPr lang="en-US" i="1" dirty="0" err="1"/>
              <a:t>existujú</a:t>
            </a:r>
            <a:r>
              <a:rPr lang="en-US" i="1" dirty="0"/>
              <a:t> </a:t>
            </a:r>
            <a:r>
              <a:rPr lang="en-US" i="1" dirty="0" err="1"/>
              <a:t>aj</a:t>
            </a:r>
            <a:r>
              <a:rPr lang="en-US" i="1" dirty="0"/>
              <a:t> </a:t>
            </a:r>
            <a:r>
              <a:rPr lang="en-US" i="1" dirty="0" err="1"/>
              <a:t>ďalšie</a:t>
            </a:r>
            <a:r>
              <a:rPr lang="en-US" i="1" dirty="0"/>
              <a:t> (</a:t>
            </a:r>
            <a:r>
              <a:rPr lang="en-US" i="1" dirty="0" err="1"/>
              <a:t>napr</a:t>
            </a:r>
            <a:r>
              <a:rPr lang="en-US" i="1" dirty="0"/>
              <a:t>. HEAD, OPTIONS, PATCH) </a:t>
            </a:r>
            <a:endParaRPr lang="en-US" sz="3200" i="1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C0FF625E-AFF1-79AF-DB28-125E2C0BF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HTTP metódy</a:t>
            </a:r>
          </a:p>
        </p:txBody>
      </p:sp>
    </p:spTree>
    <p:extLst>
      <p:ext uri="{BB962C8B-B14F-4D97-AF65-F5344CB8AC3E}">
        <p14:creationId xmlns:p14="http://schemas.microsoft.com/office/powerpoint/2010/main" val="3190638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38685E-A046-C889-3EAE-373CA2B6C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659FF66-8C5D-D59F-CAE5-EBA0B8DB9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795" y="1620300"/>
            <a:ext cx="11300411" cy="469222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3 ciferné číslo v prvom riadku </a:t>
            </a:r>
            <a:r>
              <a:rPr lang="sk-SK" dirty="0" err="1"/>
              <a:t>response</a:t>
            </a:r>
            <a:r>
              <a:rPr lang="sk-SK" dirty="0"/>
              <a:t>, udáva čo server vykonal</a:t>
            </a:r>
          </a:p>
          <a:p>
            <a:pPr>
              <a:lnSpc>
                <a:spcPct val="100000"/>
              </a:lnSpc>
            </a:pPr>
            <a:r>
              <a:rPr lang="sk-SK" b="1" dirty="0"/>
              <a:t>1xx Informovanie </a:t>
            </a:r>
            <a:r>
              <a:rPr lang="sk-SK" dirty="0"/>
              <a:t>- bežne nepoužívané</a:t>
            </a:r>
          </a:p>
          <a:p>
            <a:pPr>
              <a:lnSpc>
                <a:spcPct val="100000"/>
              </a:lnSpc>
            </a:pPr>
            <a:r>
              <a:rPr lang="sk-SK" b="1" dirty="0"/>
              <a:t>2xx Úspech </a:t>
            </a:r>
            <a:r>
              <a:rPr lang="sk-SK" dirty="0"/>
              <a:t>- napr.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200 OK</a:t>
            </a:r>
            <a:r>
              <a:rPr lang="sk-SK" dirty="0"/>
              <a:t>, najčastejší typ odpovede</a:t>
            </a:r>
          </a:p>
          <a:p>
            <a:pPr>
              <a:lnSpc>
                <a:spcPct val="100000"/>
              </a:lnSpc>
            </a:pPr>
            <a:r>
              <a:rPr lang="sk-SK" b="1" dirty="0"/>
              <a:t>3xx Presmerovanie </a:t>
            </a:r>
            <a:r>
              <a:rPr lang="sk-SK" dirty="0"/>
              <a:t>- napr.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301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Moved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Permanently</a:t>
            </a:r>
            <a:r>
              <a:rPr lang="sk-SK" dirty="0"/>
              <a:t> pri zmene adresy alebo názvu súboru</a:t>
            </a:r>
          </a:p>
          <a:p>
            <a:pPr>
              <a:lnSpc>
                <a:spcPct val="100000"/>
              </a:lnSpc>
            </a:pPr>
            <a:r>
              <a:rPr lang="sk-SK" b="1" dirty="0"/>
              <a:t>4xx Chyba klienta </a:t>
            </a:r>
            <a:r>
              <a:rPr lang="sk-SK" dirty="0"/>
              <a:t>- napr.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404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Not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Found</a:t>
            </a:r>
            <a:r>
              <a:rPr lang="sk-SK" dirty="0"/>
              <a:t>,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403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Forbidden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sk-SK" b="1" dirty="0"/>
              <a:t>5xx Chyba servera </a:t>
            </a:r>
            <a:r>
              <a:rPr lang="sk-SK" dirty="0"/>
              <a:t>- napr.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503 Service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Unavailable</a:t>
            </a:r>
            <a:r>
              <a:rPr lang="sk-SK" dirty="0"/>
              <a:t>,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504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Gateway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Timeout</a:t>
            </a:r>
            <a:endParaRPr lang="en-US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D7BC5281-56DB-CBD0-A937-EE67888C4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HTTP </a:t>
            </a:r>
            <a:r>
              <a:rPr lang="sk-SK" dirty="0" err="1"/>
              <a:t>Statusové</a:t>
            </a:r>
            <a:r>
              <a:rPr lang="sk-SK" dirty="0"/>
              <a:t> Kódy</a:t>
            </a:r>
          </a:p>
        </p:txBody>
      </p:sp>
    </p:spTree>
    <p:extLst>
      <p:ext uri="{BB962C8B-B14F-4D97-AF65-F5344CB8AC3E}">
        <p14:creationId xmlns:p14="http://schemas.microsoft.com/office/powerpoint/2010/main" val="1033004011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17261</TotalTime>
  <Words>509</Words>
  <Application>Microsoft Office PowerPoint</Application>
  <PresentationFormat>Širokouhlá</PresentationFormat>
  <Paragraphs>73</Paragraphs>
  <Slides>10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Consolas</vt:lpstr>
      <vt:lpstr>Motív Office</vt:lpstr>
      <vt:lpstr>Objektovo orientované programovanie - pokročilí</vt:lpstr>
      <vt:lpstr>OPGP  Pokročilí 23 </vt:lpstr>
      <vt:lpstr>HTTP</vt:lpstr>
      <vt:lpstr>HTTP</vt:lpstr>
      <vt:lpstr>HTTP</vt:lpstr>
      <vt:lpstr>Request správa</vt:lpstr>
      <vt:lpstr>Response správa</vt:lpstr>
      <vt:lpstr>Response správa</vt:lpstr>
      <vt:lpstr>HTTP metódy</vt:lpstr>
      <vt:lpstr>HTTP Statusové Kódy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71</cp:revision>
  <dcterms:created xsi:type="dcterms:W3CDTF">2025-09-05T09:09:34Z</dcterms:created>
  <dcterms:modified xsi:type="dcterms:W3CDTF">2026-04-02T14:41:36Z</dcterms:modified>
</cp:coreProperties>
</file>
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96" r:id="rId1"/>
  </p:sldMasterIdLst>
  <p:sldIdLst>
    <p:sldId id="266" r:id="rId2"/>
    <p:sldId id="257" r:id="rId3"/>
    <p:sldId id="283" r:id="rId4"/>
    <p:sldId id="284" r:id="rId5"/>
    <p:sldId id="285" r:id="rId6"/>
    <p:sldId id="288" r:id="rId7"/>
    <p:sldId id="286" r:id="rId8"/>
    <p:sldId id="289" r:id="rId9"/>
    <p:sldId id="287" r:id="rId10"/>
    <p:sldId id="29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24. 3. 2026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</a:t>
            </a:r>
            <a:r>
              <a:rPr lang="en-US" sz="4000" dirty="0"/>
              <a:t> </a:t>
            </a:r>
            <a:r>
              <a:rPr lang="sk-SK" sz="4000" dirty="0"/>
              <a:t>2</a:t>
            </a:r>
            <a:r>
              <a:rPr lang="en-US" sz="4000" dirty="0"/>
              <a:t>2</a:t>
            </a:r>
            <a:br>
              <a:rPr lang="en-US" sz="4000" dirty="0"/>
            </a:b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6482802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Rámcovanie správ nad TCP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 </a:t>
            </a:r>
            <a:r>
              <a:rPr lang="sk-SK" dirty="0"/>
              <a:t>pevnou dĺžkou správy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 </a:t>
            </a:r>
            <a:r>
              <a:rPr lang="sk-SK" dirty="0"/>
              <a:t>oddeľovacím znakom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 </a:t>
            </a:r>
            <a:r>
              <a:rPr lang="sk-SK" dirty="0"/>
              <a:t>dĺžkou správy v hlavičke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34094-F190-314F-5CCB-9E270F9D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3E8B18F-B5AD-1DC8-F63B-8510FD478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TCP je spoľahlivý prúd bajtov. Keď pošleme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send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("Ahoj")</a:t>
            </a:r>
            <a:r>
              <a:rPr lang="sk-SK" dirty="0">
                <a:latin typeface="Consolas" panose="020B0609020204030204" pitchFamily="49" charset="0"/>
              </a:rPr>
              <a:t> </a:t>
            </a:r>
            <a:r>
              <a:rPr lang="sk-SK" dirty="0"/>
              <a:t>a potom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send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 svet")</a:t>
            </a:r>
            <a:r>
              <a:rPr lang="sk-SK" dirty="0"/>
              <a:t>, na druhej strane to môže prísť ako:</a:t>
            </a:r>
          </a:p>
          <a:p>
            <a:pPr lvl="1"/>
            <a:r>
              <a:rPr lang="sk-SK" sz="2800" dirty="0"/>
              <a:t>"Ahoj svet" naraz,</a:t>
            </a:r>
          </a:p>
          <a:p>
            <a:pPr lvl="1"/>
            <a:r>
              <a:rPr lang="sk-SK" sz="2800" dirty="0"/>
              <a:t>"Ahoj" + " svet",</a:t>
            </a:r>
          </a:p>
          <a:p>
            <a:pPr lvl="1"/>
            <a:r>
              <a:rPr lang="sk-SK" sz="2800" dirty="0"/>
              <a:t>"</a:t>
            </a:r>
            <a:r>
              <a:rPr lang="sk-SK" sz="2800" dirty="0" err="1"/>
              <a:t>Aho</a:t>
            </a:r>
            <a:r>
              <a:rPr lang="sk-SK" sz="2800" dirty="0"/>
              <a:t>" + "j svet",</a:t>
            </a:r>
          </a:p>
          <a:p>
            <a:pPr lvl="1"/>
            <a:r>
              <a:rPr lang="sk-SK" sz="2800" dirty="0"/>
              <a:t>čokoľvek iné.</a:t>
            </a:r>
          </a:p>
          <a:p>
            <a:pPr marL="0" indent="0">
              <a:buNone/>
            </a:pPr>
            <a:r>
              <a:rPr lang="sk-SK" dirty="0"/>
              <a:t>TCP nevie, kde končí jedna správa. </a:t>
            </a:r>
            <a:endParaRPr lang="en-US" dirty="0"/>
          </a:p>
          <a:p>
            <a:pPr marL="0" indent="0">
              <a:buNone/>
            </a:pPr>
            <a:r>
              <a:rPr lang="sk-SK" dirty="0"/>
              <a:t>Preto musíme na aplikačnej vrstve (nad TCP) definovať vlastný protokol – pravidlá, podľa ktorých klient a server vedia, kde začína a končí jedna správa.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9C42A5D-33AB-425B-E11E-FCC77950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Opakovanie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886049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745FC-F7CF-66F6-A34C-11C9CB77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979A1B4-9B2A-C104-1ABD-60AEE7361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795" y="1620300"/>
            <a:ext cx="11300411" cy="46922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b="1" dirty="0"/>
              <a:t>Rámcovanie je spôsob, ako rozdelíme nekonečný TCP stream na jednotlivé správy</a:t>
            </a: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Existujú tri základné techniky rámcovania správ: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Rámcovanie s </a:t>
            </a:r>
            <a:r>
              <a:rPr lang="sk-SK" sz="2800" b="1" dirty="0"/>
              <a:t>pevnou dĺžkou správy </a:t>
            </a:r>
            <a:r>
              <a:rPr lang="sk-SK" sz="2800" dirty="0"/>
              <a:t>- </a:t>
            </a:r>
            <a:r>
              <a:rPr lang="sk-SK" sz="2800" dirty="0" err="1"/>
              <a:t>fixed</a:t>
            </a:r>
            <a:r>
              <a:rPr lang="sk-SK" sz="2800" dirty="0"/>
              <a:t> </a:t>
            </a:r>
            <a:r>
              <a:rPr lang="sk-SK" sz="2800" dirty="0" err="1"/>
              <a:t>size</a:t>
            </a:r>
            <a:endParaRPr lang="sk-SK" sz="2800" dirty="0"/>
          </a:p>
          <a:p>
            <a:pPr lvl="1">
              <a:lnSpc>
                <a:spcPct val="100000"/>
              </a:lnSpc>
            </a:pPr>
            <a:r>
              <a:rPr lang="sk-SK" sz="2800" dirty="0"/>
              <a:t>Rámcovanie s </a:t>
            </a:r>
            <a:r>
              <a:rPr lang="sk-SK" sz="2800" b="1" dirty="0"/>
              <a:t>oddeľovacím znakom </a:t>
            </a:r>
            <a:r>
              <a:rPr lang="sk-SK" sz="2800" dirty="0"/>
              <a:t>- </a:t>
            </a:r>
            <a:r>
              <a:rPr lang="sk-SK" sz="2800" dirty="0" err="1"/>
              <a:t>delimiter</a:t>
            </a:r>
            <a:endParaRPr lang="sk-SK" sz="2800" dirty="0"/>
          </a:p>
          <a:p>
            <a:pPr lvl="1">
              <a:lnSpc>
                <a:spcPct val="100000"/>
              </a:lnSpc>
            </a:pPr>
            <a:r>
              <a:rPr lang="sk-SK" sz="2800" dirty="0"/>
              <a:t>Rámcovanie s </a:t>
            </a:r>
            <a:r>
              <a:rPr lang="sk-SK" sz="2800" b="1" dirty="0"/>
              <a:t>dĺžkou správy </a:t>
            </a:r>
            <a:r>
              <a:rPr lang="sk-SK" sz="2800" dirty="0"/>
              <a:t>v hlavičke - </a:t>
            </a:r>
            <a:r>
              <a:rPr lang="sk-SK" sz="2800" dirty="0" err="1"/>
              <a:t>length</a:t>
            </a:r>
            <a:r>
              <a:rPr lang="sk-SK" sz="2800" dirty="0"/>
              <a:t> prefix</a:t>
            </a:r>
            <a:endParaRPr lang="en-US" sz="2800" dirty="0"/>
          </a:p>
          <a:p>
            <a:pPr marL="457200" lvl="1" indent="0">
              <a:lnSpc>
                <a:spcPct val="100000"/>
              </a:lnSpc>
              <a:buNone/>
            </a:pPr>
            <a:endParaRPr lang="en-US" sz="2800" dirty="0"/>
          </a:p>
          <a:p>
            <a:pPr marL="0" indent="0">
              <a:lnSpc>
                <a:spcPct val="100000"/>
              </a:lnSpc>
              <a:buNone/>
            </a:pPr>
            <a:r>
              <a:rPr lang="sk-SK" i="1" dirty="0"/>
              <a:t>Rámcovanie nevytvára protokol TCP, ale je to úlohou aplikačnej vrstvy</a:t>
            </a:r>
            <a:endParaRPr lang="en-US" sz="3200" i="1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52905C5-D033-3311-9525-9AB92AE87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Rámcovanie správ</a:t>
            </a:r>
          </a:p>
        </p:txBody>
      </p:sp>
    </p:spTree>
    <p:extLst>
      <p:ext uri="{BB962C8B-B14F-4D97-AF65-F5344CB8AC3E}">
        <p14:creationId xmlns:p14="http://schemas.microsoft.com/office/powerpoint/2010/main" val="2124297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D4849-02B8-67C5-2A25-60BFEDC72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3C71BB5-EBB6-CA24-5E45-A25727690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795" y="1620300"/>
            <a:ext cx="11300411" cy="46922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Správy majú vopred dohodnutú pevnú dĺžku.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Prijímateľ presne vie, koľko bajtov má načítať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Väčšie správy sa musia rozdeliť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Malé správy mrhajú priestorom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Je používaný iba zriedka.</a:t>
            </a:r>
            <a:endParaRPr lang="en-US" sz="3200" i="1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C0FF625E-AFF1-79AF-DB28-125E2C0B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Pevná dĺžka správy – </a:t>
            </a:r>
            <a:r>
              <a:rPr lang="sk-SK" dirty="0" err="1"/>
              <a:t>fixed</a:t>
            </a:r>
            <a:r>
              <a:rPr lang="sk-SK" dirty="0"/>
              <a:t> </a:t>
            </a:r>
            <a:r>
              <a:rPr lang="sk-SK" dirty="0" err="1"/>
              <a:t>size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190638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AE7AF5-5DFF-3004-4FAC-4C2DE3B83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72EACC6-A2CC-4B95-EDFD-3D1E77A0B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666" y="155293"/>
            <a:ext cx="11910011" cy="658963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FIXED_SIZE = 64  # môžeš zmeniť na 32, 128, 256...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# správa nemôže končiť znakom \0, ten sa používa na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padding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send_fixed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sock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socket.socket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bytes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"""Pošle správu s pevnou dĺžkou – doplní nulami ak je kratšia"""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len(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&gt; FIXED_SIZE: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raise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ValueError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f"Správa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je príliš dlhá")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padded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message.ljust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(FIXED_SIZE, b'\0')  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# doplní nulami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sock.sendall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padded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                        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recv_fixed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sock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socket.socket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"""Prijme presne FIXED_SIZE bajtov (ošetruje čiastočné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recv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)"""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b""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len(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&lt; FIXED_SIZE: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chunk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sock.recv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(FIXED_SIZE - len(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not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chunk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                         # spojenie zatvorené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None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+=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chunk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# odstránime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padding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nuly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data.rstrip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(b'\0')</a:t>
            </a:r>
            <a:endParaRPr lang="en-US" sz="2400" b="1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194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67273-0E82-6DEE-4BD0-92B811525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DE436C-E619-F593-BDF0-BAAC63227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795" y="1620300"/>
            <a:ext cx="11300411" cy="46922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Odosielateľ správu zakončí oddeľovacím znakom, napr.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0x00</a:t>
            </a:r>
            <a:r>
              <a:rPr lang="sk-SK" dirty="0"/>
              <a:t>, alebo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'\n'</a:t>
            </a:r>
            <a:r>
              <a:rPr lang="sk-SK" dirty="0"/>
              <a:t> (nový riadok).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Oddeľovací znak sa môže skladať aj z viacerých bajtov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Prijímateľ dáta číta, až kým mu nepríde oddeľovací znak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Prijímateľ dopredu nevie, aká veľká bude správa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 tele správy sa nesmie vyskytovať oddeľovací znak</a:t>
            </a:r>
            <a:endParaRPr lang="en-US" sz="3200" i="1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D10609C0-5107-C6A1-B2F8-8F2BF87E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Oddeľovací znak - </a:t>
            </a:r>
            <a:r>
              <a:rPr lang="sk-SK" dirty="0" err="1"/>
              <a:t>delimiter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94835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66D7BF-49C4-7403-765C-4A4109A0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DAB900C-D7AE-C9A8-48AD-6FBC7A17A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666" y="155293"/>
            <a:ext cx="11910011" cy="658963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DELIMITER = b'\n'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send_delimiter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sock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socket.socket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bytes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DELIMITER in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raise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ValueError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Delimiter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v správe!")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sock.sendall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+ DELIMITER)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recv_delimiter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sock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socket.socket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buffer: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bytearray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idx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buffer.find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(DELIMITER)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idx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!= -1: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bytes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(buffer[: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idx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])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del buffer[: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idx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+ len(DELIMITER)]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chunk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sock.recv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(4096)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not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chunk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buffer: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bytes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(buffer)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None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buffer.extend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chunk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endParaRPr lang="en-US" sz="2400" b="1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136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BE1F7-FAA0-889E-BAA9-7A9F01460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DB34C68-806A-B65E-353D-E84E7A4C6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795" y="1620300"/>
            <a:ext cx="11300411" cy="46922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Správy s pevnou dĺžkou hlavičky, v ktorej je uložená informácia o dĺžke celej správy.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Prijímateľ tak po načítaní hlavičky vie, koľko bajtov musí ešte načítať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Veľmi bezpečné a flexibilné, najčastejšie využívaný spôsob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Komplikovanejší spôsob - najprv číta hlavičku a až potom obsah správy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Neefektívne pri prenose extrémne malých správ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Správy majú maximálnu veľkosť (v praxi napr. 4 GB)</a:t>
            </a:r>
            <a:endParaRPr lang="en-US" sz="3200" i="1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3E8BE6B-71D7-5350-D937-7C4F9D213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Dĺžka správy v hlavičke</a:t>
            </a:r>
          </a:p>
        </p:txBody>
      </p:sp>
    </p:spTree>
    <p:extLst>
      <p:ext uri="{BB962C8B-B14F-4D97-AF65-F5344CB8AC3E}">
        <p14:creationId xmlns:p14="http://schemas.microsoft.com/office/powerpoint/2010/main" val="1305874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C25FF6-E360-0F1B-A221-B51B6851D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D7E8226-1F62-88C9-3D77-DAC446DC1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666" y="155293"/>
            <a:ext cx="11910011" cy="658963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send_length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sock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socket.socket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bytes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header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struct.pack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("!I", len(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)) 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sock.sendall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header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message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recv_length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sock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socket.socket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header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b""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len(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header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&lt; 4: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chunk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sock.recv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(4 - len(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header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not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chunk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None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header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+=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chunk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length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struct.unpack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("!I",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header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)[0]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b""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len(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&lt;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length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chunk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sock.recv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length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- len(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not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chunk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None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+=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chunk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endParaRPr lang="en-US" sz="2400" b="1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767619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17249</TotalTime>
  <Words>823</Words>
  <Application>Microsoft Office PowerPoint</Application>
  <PresentationFormat>Širokouhlá</PresentationFormat>
  <Paragraphs>105</Paragraphs>
  <Slides>10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22 </vt:lpstr>
      <vt:lpstr>Opakovanie</vt:lpstr>
      <vt:lpstr>Rámcovanie správ</vt:lpstr>
      <vt:lpstr>Pevná dĺžka správy – fixed size</vt:lpstr>
      <vt:lpstr>Prezentácia programu PowerPoint</vt:lpstr>
      <vt:lpstr>Oddeľovací znak - delimiter</vt:lpstr>
      <vt:lpstr>Prezentácia programu PowerPoint</vt:lpstr>
      <vt:lpstr>Dĺžka správy v hlavičke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68</cp:revision>
  <dcterms:created xsi:type="dcterms:W3CDTF">2025-09-05T09:09:34Z</dcterms:created>
  <dcterms:modified xsi:type="dcterms:W3CDTF">2026-03-26T15:07:21Z</dcterms:modified>
</cp:coreProperties>
</file>
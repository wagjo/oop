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69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Wagner,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 </a:t>
            </a:r>
            <a:r>
              <a:rPr lang="en-US" sz="4000" dirty="0"/>
              <a:t>5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pip, pypi.org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Virtu</a:t>
            </a:r>
            <a:r>
              <a:rPr lang="sk-SK" dirty="0" err="1"/>
              <a:t>álne</a:t>
            </a:r>
            <a:r>
              <a:rPr lang="sk-SK" dirty="0"/>
              <a:t> prostredie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requirements.txt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pyproject.toml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nástroj na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spravovanie distribučných balíkov </a:t>
            </a:r>
            <a:r>
              <a:rPr lang="en-US" dirty="0"/>
              <a:t> -</a:t>
            </a:r>
            <a:r>
              <a:rPr lang="sk-SK" dirty="0"/>
              <a:t> knižníc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 knižnice sa inštalujú globálne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Nemôžeme mať naraz 2 verzie tej istej knižnice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list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install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&lt;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install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–upgrade &lt;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pip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AC893-279A-7F2E-14B1-D77CCF1C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5BE97EC-97E7-9F06-C4FB-65E97A2D6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Izolovaný priestor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pre python a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knižn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i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c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e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sk-SK" dirty="0"/>
              <a:t>Knižnice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neovplyvňujú iné virtuálne prostredia a nie sú viditeľné ani zo systému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sk-SK" dirty="0"/>
              <a:t>Virtuálne prostredie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potrebuje svoj vlastný adresár</a:t>
            </a:r>
            <a:r>
              <a:rPr lang="sk-SK" dirty="0"/>
              <a:t>, väčšinou je to 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venv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130C271-C739-F09D-8624-BD4CEE57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Virtuálne prostredie</a:t>
            </a:r>
          </a:p>
        </p:txBody>
      </p:sp>
    </p:spTree>
    <p:extLst>
      <p:ext uri="{BB962C8B-B14F-4D97-AF65-F5344CB8AC3E}">
        <p14:creationId xmlns:p14="http://schemas.microsoft.com/office/powerpoint/2010/main" val="2275519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4C31A5-A6D3-41E9-8696-49EC71B45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30F2FF9-9FEA-9644-A6F7-609045648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632370" cy="421760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sk-SK" dirty="0" err="1"/>
              <a:t>Python</a:t>
            </a:r>
            <a:r>
              <a:rPr lang="sk-SK" dirty="0"/>
              <a:t> </a:t>
            </a:r>
            <a:r>
              <a:rPr lang="sk-SK" dirty="0" err="1"/>
              <a:t>Package</a:t>
            </a:r>
            <a:r>
              <a:rPr lang="sk-SK" dirty="0"/>
              <a:t> Index (</a:t>
            </a:r>
            <a:r>
              <a:rPr lang="sk-SK" dirty="0" err="1"/>
              <a:t>PyPI</a:t>
            </a:r>
            <a:r>
              <a:rPr lang="sk-SK" dirty="0"/>
              <a:t>) na adrese 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https://pypi.org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Repozit</a:t>
            </a:r>
            <a:r>
              <a:rPr kumimoji="0" lang="sk-SK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ár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balíkov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Viem v ňom zverejniť zadarmo aj svoje balíky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B26CC39-C6AE-CC6C-C36A-32045E72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pypi.org</a:t>
            </a:r>
          </a:p>
        </p:txBody>
      </p:sp>
    </p:spTree>
    <p:extLst>
      <p:ext uri="{BB962C8B-B14F-4D97-AF65-F5344CB8AC3E}">
        <p14:creationId xmlns:p14="http://schemas.microsoft.com/office/powerpoint/2010/main" val="4162974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99F222-FD35-3D05-EDB3-4B92768E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BF854A-0FB5-AC41-C856-384DACF21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736" y="1845734"/>
            <a:ext cx="9383921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Starý spôsob písania závislostí</a:t>
            </a:r>
            <a:r>
              <a:rPr lang="sk-SK" dirty="0"/>
              <a:t>, do textového súboru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Iba názov knižnice a verzia</a:t>
            </a:r>
            <a:r>
              <a:rPr lang="sk-SK" dirty="0"/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Vieme na to použiť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operátory</a:t>
            </a:r>
            <a:r>
              <a:rPr lang="sk-SK" dirty="0">
                <a:solidFill>
                  <a:srgbClr val="FF0000"/>
                </a:solidFill>
              </a:rPr>
              <a:t> 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==</a:t>
            </a:r>
            <a:r>
              <a:rPr lang="sk-SK" dirty="0">
                <a:solidFill>
                  <a:srgbClr val="FF0000"/>
                </a:solidFill>
              </a:rPr>
              <a:t>, 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~=</a:t>
            </a:r>
            <a:r>
              <a:rPr lang="sk-SK" dirty="0">
                <a:solidFill>
                  <a:srgbClr val="FF0000"/>
                </a:solidFill>
              </a:rPr>
              <a:t>, 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&gt;=</a:t>
            </a:r>
            <a:r>
              <a:rPr lang="sk-SK" dirty="0"/>
              <a:t> a iné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sk-SK" dirty="0"/>
              <a:t>Ak mám súbor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requirements.txt</a:t>
            </a:r>
            <a:r>
              <a:rPr lang="sk-SK" dirty="0"/>
              <a:t>,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závislosti nainštalujem pomocou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install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-r requirements.txt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FF21899A-7405-35B2-4ABE-8A1FC0B68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345166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A88D8-A62F-BB15-F977-BD66B61A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CD24728-0D37-F6A9-0617-207EE808D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736" y="1845734"/>
            <a:ext cx="9383921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Moderný spôsob pre projekty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Musím uviesť názov môjho projektu a verziu</a:t>
            </a:r>
            <a:r>
              <a:rPr lang="sk-SK" dirty="0"/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Závislosti uvádzam do atribútu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dependencies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Lokálne nainštalujem príkazom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install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-e .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B4DBB76B-A1AB-44F6-9B83-44982398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pyproject.toml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6998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39C26-8564-71E4-ABEB-B344B714D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955A8DE-E22F-5A8F-B95D-BDED7FC2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736" y="1845734"/>
            <a:ext cx="9383921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[project]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name = "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moj-projekt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version = "0.0.1"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dependencies = [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"flask",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"ascii-announcers==0.0.2"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CB2AD2C-5E63-2BAC-C6BD-1492E63F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pyproject.toml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3267389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</TotalTime>
  <Words>245</Words>
  <Application>Microsoft Office PowerPoint</Application>
  <PresentationFormat>Širokouhlá</PresentationFormat>
  <Paragraphs>46</Paragraphs>
  <Slides>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5</vt:lpstr>
      <vt:lpstr>pip</vt:lpstr>
      <vt:lpstr>Virtuálne prostredie</vt:lpstr>
      <vt:lpstr>pypi.org</vt:lpstr>
      <vt:lpstr>requirements.txt</vt:lpstr>
      <vt:lpstr>pyproject.toml</vt:lpstr>
      <vt:lpstr>pyproject.toml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24</cp:revision>
  <dcterms:created xsi:type="dcterms:W3CDTF">2025-09-05T09:09:34Z</dcterms:created>
  <dcterms:modified xsi:type="dcterms:W3CDTF">2026-09-28T15:23:50Z</dcterms:modified>
</cp:coreProperties>
</file>
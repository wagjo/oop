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69" r:id="rId4"/>
    <p:sldId id="280" r:id="rId5"/>
    <p:sldId id="277" r:id="rId6"/>
    <p:sldId id="281" r:id="rId7"/>
    <p:sldId id="274" r:id="rId8"/>
    <p:sldId id="275" r:id="rId9"/>
    <p:sldId id="279" r:id="rId10"/>
    <p:sldId id="27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23. 9. 2026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Cvičenie 3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sk-SK" dirty="0"/>
              <a:t>Vetvenie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Cykly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Prerušenie toku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9078684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switch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je podmienka pre výber z viacerých možností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testuje </a:t>
            </a:r>
            <a:r>
              <a:rPr lang="sk-SK" sz="2800" b="1" dirty="0">
                <a:solidFill>
                  <a:srgbClr val="FF0000"/>
                </a:solidFill>
                <a:highlight>
                  <a:srgbClr val="00FFFF"/>
                </a:highlight>
              </a:rPr>
              <a:t>primitívnu hodnotu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, 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alebo 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endParaRPr lang="sk-SK" sz="28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ak nič nevyhovuje, vyberie 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default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ak neuvediem 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break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, nastáva </a:t>
            </a:r>
            <a:r>
              <a:rPr lang="sk-SK" sz="2800" b="1" dirty="0" err="1">
                <a:solidFill>
                  <a:srgbClr val="FF0000"/>
                </a:solidFill>
                <a:highlight>
                  <a:srgbClr val="00FFFF"/>
                </a:highlight>
              </a:rPr>
              <a:t>fall-through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a vykoná sa aj nasledujúca možnosť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Vetvenie</a:t>
            </a:r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8BAED-4B09-2A59-7456-E8811DF3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E6AE06-71A5-A8B5-C4A1-B67C3C897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2486" y="1497391"/>
            <a:ext cx="9742713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switch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den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case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1: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("Pondelok");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break;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case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2: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("Utorok");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break;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case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3: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("Streda");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break;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default: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("Neznámy deň");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sk-SK" sz="2800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5840C1A-BB43-43D0-0D2E-4E5176CB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Vetvenie</a:t>
            </a:r>
          </a:p>
        </p:txBody>
      </p:sp>
    </p:spTree>
    <p:extLst>
      <p:ext uri="{BB962C8B-B14F-4D97-AF65-F5344CB8AC3E}">
        <p14:creationId xmlns:p14="http://schemas.microsoft.com/office/powerpoint/2010/main" val="1764109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8FF05-2064-21BF-F653-1EAC4A1BB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59C698A-3AF4-03E4-8A0E-AC091474F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066314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/>
              <a:t>Moderná verzia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switch</a:t>
            </a:r>
            <a:r>
              <a:rPr lang="sk-SK" dirty="0"/>
              <a:t>-u 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je výraz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nepoužíva </a:t>
            </a:r>
            <a:r>
              <a:rPr lang="sk-SK" sz="2800" dirty="0" err="1"/>
              <a:t>fall-through</a:t>
            </a:r>
            <a:endParaRPr lang="sk-SK" sz="2800" dirty="0"/>
          </a:p>
          <a:p>
            <a:pPr lvl="1">
              <a:spcBef>
                <a:spcPts val="1200"/>
              </a:spcBef>
            </a:pPr>
            <a:r>
              <a:rPr lang="sk-SK" sz="2800" dirty="0"/>
              <a:t>jeden prípad môže mať viacero možností</a:t>
            </a:r>
          </a:p>
          <a:p>
            <a:pPr lvl="1">
              <a:spcBef>
                <a:spcPts val="1200"/>
              </a:spcBef>
            </a:pPr>
            <a:r>
              <a:rPr lang="sk-SK" sz="2800" dirty="0"/>
              <a:t>spoznám ju tak, že má v sebe šípky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-&gt;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B782BE14-FCFB-CB7B-4911-A1F90400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Vetvenie</a:t>
            </a:r>
          </a:p>
        </p:txBody>
      </p:sp>
    </p:spTree>
    <p:extLst>
      <p:ext uri="{BB962C8B-B14F-4D97-AF65-F5344CB8AC3E}">
        <p14:creationId xmlns:p14="http://schemas.microsoft.com/office/powerpoint/2010/main" val="1290741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344A6-39F0-7067-275E-108AB5B1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AC7BB9A-BE6D-62A9-1357-35575359A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8066314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nazov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= switch (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den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case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1 -&gt; "Pondelok";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case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2 -&gt; "Utorok";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case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3 -&gt; "Streda";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case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6, 7 -&gt; "Víkend";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default -&gt; "Neznámy deň";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B89E1B95-8F7F-EA53-F42C-48BC70CAA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Vetvenie</a:t>
            </a:r>
          </a:p>
        </p:txBody>
      </p:sp>
    </p:spTree>
    <p:extLst>
      <p:ext uri="{BB962C8B-B14F-4D97-AF65-F5344CB8AC3E}">
        <p14:creationId xmlns:p14="http://schemas.microsoft.com/office/powerpoint/2010/main" val="205487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B7D7F-1465-F4D8-A5AA-8AE0E1732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AFA8CAF-912F-42AE-4E85-2A7A0F2B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7" y="1845734"/>
            <a:ext cx="6477000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V Jave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máme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4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typy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en-US" dirty="0" err="1">
                <a:solidFill>
                  <a:srgbClr val="FF0000"/>
                </a:solidFill>
                <a:highlight>
                  <a:srgbClr val="00FFFF"/>
                </a:highlight>
              </a:rPr>
              <a:t>cyklov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: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do-while</a:t>
            </a:r>
            <a:r>
              <a:rPr lang="en-US" dirty="0">
                <a:solidFill>
                  <a:srgbClr val="FF0000"/>
                </a:solidFill>
                <a:highlight>
                  <a:srgbClr val="00FFFF"/>
                </a:highlight>
              </a:rPr>
              <a:t> a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for-each</a:t>
            </a:r>
            <a:endParaRPr lang="sk-SK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sk-SK" sz="2800" dirty="0"/>
          </a:p>
          <a:p>
            <a:pPr marL="0" indent="0">
              <a:spcBef>
                <a:spcPts val="120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Riadenie toku cyklov</a:t>
            </a:r>
          </a:p>
          <a:p>
            <a:pPr lvl="1">
              <a:spcBef>
                <a:spcPts val="1200"/>
              </a:spcBef>
            </a:pP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break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ukončí predčasne cyklus</a:t>
            </a:r>
          </a:p>
          <a:p>
            <a:pPr lvl="1">
              <a:spcBef>
                <a:spcPts val="1200"/>
              </a:spcBef>
            </a:pP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continue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 preskočí aktuálnu iteráciu a pokračuje ďalšou</a:t>
            </a:r>
            <a:endParaRPr lang="sk-SK" sz="2800" dirty="0">
              <a:solidFill>
                <a:srgbClr val="FF0000"/>
              </a:solidFill>
              <a:highlight>
                <a:srgbClr val="00FFFF"/>
              </a:highlight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1BD34ACD-671C-B494-A3B2-74F7B7D99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Cyklus</a:t>
            </a:r>
          </a:p>
        </p:txBody>
      </p:sp>
    </p:spTree>
    <p:extLst>
      <p:ext uri="{BB962C8B-B14F-4D97-AF65-F5344CB8AC3E}">
        <p14:creationId xmlns:p14="http://schemas.microsoft.com/office/powerpoint/2010/main" val="126921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DFAF81-FEA2-4808-2548-941EE071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D40982F-EFA3-A834-016C-21B859D58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5271" y="1889277"/>
            <a:ext cx="9481457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sz="2800" dirty="0"/>
              <a:t>Cyklus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do-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sz="2800" dirty="0"/>
              <a:t> je podobný cyklu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sz="2800" dirty="0"/>
              <a:t>, ale vždy sa vykoná aspoň jedenkrát</a:t>
            </a:r>
          </a:p>
          <a:p>
            <a:pPr marL="0" indent="0">
              <a:spcBef>
                <a:spcPts val="1200"/>
              </a:spcBef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do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hod =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random.nextInt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(6) + 1;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("Padlo číslo: " + hod);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while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(hod != 6);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2A28B8EF-5F42-F73C-05E6-46D795D9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Cyklus do-</a:t>
            </a:r>
            <a:r>
              <a:rPr lang="sk-SK" dirty="0" err="1"/>
              <a:t>while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01157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50260-F126-A91B-DA8F-819E3B67B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Zástupný objekt pre obsah 9" descr="Obrázok, na ktorom je kresba, kreslený obrázok, ilustrácia, animovaná rozprávka&#10;&#10;Obsah vygenerovaný pomocou AI môže byť nesprávny.">
            <a:extLst>
              <a:ext uri="{FF2B5EF4-FFF2-40B4-BE49-F238E27FC236}">
                <a16:creationId xmlns:a16="http://schemas.microsoft.com/office/drawing/2014/main" id="{5283585E-16FC-25D2-1762-1C9B6EB96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656" y="311762"/>
            <a:ext cx="8597544" cy="6421291"/>
          </a:xfrm>
        </p:spPr>
      </p:pic>
      <p:sp>
        <p:nvSpPr>
          <p:cNvPr id="7" name="Nadpis 6">
            <a:extLst>
              <a:ext uri="{FF2B5EF4-FFF2-40B4-BE49-F238E27FC236}">
                <a16:creationId xmlns:a16="http://schemas.microsoft.com/office/drawing/2014/main" id="{DBEC846F-A151-162D-77A2-EA46ADA33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0943" y="6001363"/>
            <a:ext cx="10515600" cy="856637"/>
          </a:xfrm>
        </p:spPr>
        <p:txBody>
          <a:bodyPr>
            <a:normAutofit/>
          </a:bodyPr>
          <a:lstStyle/>
          <a:p>
            <a:pPr algn="ctr"/>
            <a:r>
              <a:rPr lang="sk-SK" sz="3600" dirty="0"/>
              <a:t>Rozdiel medzi </a:t>
            </a:r>
            <a:r>
              <a:rPr lang="sk-SK" sz="3600" dirty="0" err="1"/>
              <a:t>while</a:t>
            </a:r>
            <a:r>
              <a:rPr lang="sk-SK" sz="3600" dirty="0"/>
              <a:t> a do-</a:t>
            </a:r>
            <a:r>
              <a:rPr lang="sk-SK" sz="3600" dirty="0" err="1"/>
              <a:t>while</a:t>
            </a:r>
            <a:endParaRPr lang="sk-SK" sz="3600" dirty="0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3E429191-3BA5-D09B-B5EB-791E81690F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5153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3F3C7E-414A-3AD8-C055-D5FFA439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5DC9308-11C4-85EC-C24B-1CFA835EF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86" y="1845734"/>
            <a:ext cx="8969828" cy="4217609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I</a:t>
            </a:r>
            <a:r>
              <a:rPr lang="sk-SK" sz="2800" dirty="0" err="1">
                <a:solidFill>
                  <a:srgbClr val="FF0000"/>
                </a:solidFill>
                <a:highlight>
                  <a:srgbClr val="00FFFF"/>
                </a:highlight>
              </a:rPr>
              <a:t>teruje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 naprieč kolekciou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oužíva sa na čítanie, nie na modifikáciu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N</a:t>
            </a:r>
            <a:r>
              <a:rPr lang="sk-SK" sz="2800" dirty="0">
                <a:solidFill>
                  <a:srgbClr val="FF0000"/>
                </a:solidFill>
                <a:highlight>
                  <a:srgbClr val="00FFFF"/>
                </a:highlight>
              </a:rPr>
              <a:t>eposkytuje pozíciu prvku v cykle, nemá index</a:t>
            </a:r>
          </a:p>
          <a:p>
            <a:pPr marL="0" indent="0">
              <a:spcBef>
                <a:spcPts val="0"/>
              </a:spcBef>
              <a:buNone/>
            </a:pP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[] 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cisla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{1, 2, 3, 4, 5};</a:t>
            </a:r>
          </a:p>
          <a:p>
            <a:pPr marL="0" indent="0">
              <a:spcBef>
                <a:spcPts val="0"/>
              </a:spcBef>
              <a:buNone/>
            </a:pPr>
            <a:endParaRPr lang="sk-SK" sz="28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for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(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cislo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cisla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("Číslo: " + </a:t>
            </a:r>
            <a:r>
              <a:rPr lang="sk-SK" sz="28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cislo</a:t>
            </a: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8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B3AEEF42-F110-CC8C-2BF9-8B7BFB00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Cyklus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for-each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50124220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386</TotalTime>
  <Words>347</Words>
  <Application>Microsoft Office PowerPoint</Application>
  <PresentationFormat>Širokouhlá</PresentationFormat>
  <Paragraphs>66</Paragraphs>
  <Slides>10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Cvičenie 3</vt:lpstr>
      <vt:lpstr>Vetvenie</vt:lpstr>
      <vt:lpstr>Vetvenie</vt:lpstr>
      <vt:lpstr>Vetvenie</vt:lpstr>
      <vt:lpstr>Vetvenie</vt:lpstr>
      <vt:lpstr>Cyklus</vt:lpstr>
      <vt:lpstr>Cyklus do-while</vt:lpstr>
      <vt:lpstr>Rozdiel medzi while a do-while</vt:lpstr>
      <vt:lpstr>Cyklus for-each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17</cp:revision>
  <dcterms:created xsi:type="dcterms:W3CDTF">2025-09-05T09:09:34Z</dcterms:created>
  <dcterms:modified xsi:type="dcterms:W3CDTF">2026-09-23T08:09:09Z</dcterms:modified>
</cp:coreProperties>
</file>
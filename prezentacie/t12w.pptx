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3" r:id="rId5"/>
    <p:sldId id="287" r:id="rId6"/>
    <p:sldId id="304" r:id="rId7"/>
    <p:sldId id="305" r:id="rId8"/>
    <p:sldId id="306" r:id="rId9"/>
    <p:sldId id="308" r:id="rId10"/>
    <p:sldId id="307" r:id="rId11"/>
    <p:sldId id="309" r:id="rId12"/>
    <p:sldId id="313" r:id="rId13"/>
    <p:sldId id="314" r:id="rId14"/>
    <p:sldId id="310" r:id="rId15"/>
    <p:sldId id="315" r:id="rId16"/>
    <p:sldId id="316" r:id="rId17"/>
    <p:sldId id="31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16. 11. 2025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</a:t>
            </a:r>
            <a:r>
              <a:rPr lang="sk-SK" sz="4000" dirty="0"/>
              <a:t>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45896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Statick</a:t>
            </a:r>
            <a:r>
              <a:rPr lang="sk-SK" dirty="0"/>
              <a:t>ý polymorfizmus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Dynamický polymorfizmus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Parametrický polymorfizmus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92628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b="1" dirty="0"/>
              <a:t>Mnohotvárnosť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Metóda môže mať rôzne správanie v závislosti od triedy, teda typu objektu, ktorý bol pri volaní metódy použitý </a:t>
            </a:r>
            <a:br>
              <a:rPr lang="sk-SK" dirty="0"/>
            </a:br>
            <a:endParaRPr lang="sk-SK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Statický polymorfizmus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Dynamický polymorfizmus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Parametrický polymorfizmus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E7315-CEE1-0943-15B0-737F96EE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783EC6-6E4D-8BCB-CD4F-2B40524F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Statický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9FD30-4AE9-48ED-37AE-008C68ED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944749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Ad-hoc polymorfizmus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Deje sa </a:t>
            </a:r>
            <a:r>
              <a:rPr lang="sk-SK" b="1" dirty="0"/>
              <a:t>počas kompilácie</a:t>
            </a:r>
            <a:r>
              <a:rPr lang="sk-SK" dirty="0"/>
              <a:t>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Realizuje sa cez </a:t>
            </a:r>
            <a:r>
              <a:rPr lang="sk-SK" b="1" dirty="0"/>
              <a:t>preťažovanie metód</a:t>
            </a:r>
            <a:r>
              <a:rPr lang="sk-SK" dirty="0"/>
              <a:t> - </a:t>
            </a:r>
            <a:r>
              <a:rPr lang="sk-SK" dirty="0" err="1"/>
              <a:t>method</a:t>
            </a:r>
            <a:r>
              <a:rPr lang="sk-SK" dirty="0"/>
              <a:t> </a:t>
            </a:r>
            <a:r>
              <a:rPr lang="sk-SK" dirty="0" err="1"/>
              <a:t>overloading</a:t>
            </a: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Máme viacero metód s rovnakým názvom - kompilátor rozhodne, ktorá sa zavolá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Ak žiadna verzia metódy nevyhovuje, hľadá sa verzia s argumentom rodičovského typu</a:t>
            </a: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1309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00484-6CDE-A4F1-17ED-33B161D1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B3A4D-1AB0-0EEF-8373-C830C063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Statický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96F214-3C7A-E266-2972-A238A78F2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04" y="1046453"/>
            <a:ext cx="586304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StaticPoly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983342FE-9AF3-312B-7A5D-0B276581ED62}"/>
              </a:ext>
            </a:extLst>
          </p:cNvPr>
          <p:cNvSpPr txBox="1">
            <a:spLocks/>
          </p:cNvSpPr>
          <p:nvPr/>
        </p:nvSpPr>
        <p:spPr>
          <a:xfrm>
            <a:off x="6661188" y="1253364"/>
            <a:ext cx="5381460" cy="4773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("Test");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(4);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(4.0);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dirty="0"/>
              <a:t>Výber vieme ovplyvniť explicitným pretypovaním pri volaní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)4.0);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)"Test");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3634EAB8-3D5E-A034-E505-0AC931125545}"/>
              </a:ext>
            </a:extLst>
          </p:cNvPr>
          <p:cNvCxnSpPr/>
          <p:nvPr/>
        </p:nvCxnSpPr>
        <p:spPr>
          <a:xfrm>
            <a:off x="6409944" y="1046453"/>
            <a:ext cx="0" cy="5326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56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D5B12-47E4-C72A-AF62-C354BB93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ABB3DB-DA09-96B1-E627-4B2E856C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Statický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5236E7-58C2-0C86-827E-6E22203E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458"/>
            <a:ext cx="10280904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Rozhodovanie sa deje na základe kódu,</a:t>
            </a:r>
            <a:br>
              <a:rPr lang="sk-SK" dirty="0"/>
            </a:br>
            <a:r>
              <a:rPr lang="sk-SK" dirty="0"/>
              <a:t>na skutočný typ objektu sa neprihliada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StaticPoly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{...}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{...}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 = "Test";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 = 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(o); //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061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4AA1C-6249-44D5-E3B2-9673B36AC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8E6602-6975-7F58-90D1-0FEE366F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Statický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0204AA-EF34-3161-24CF-E11E65B1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6" y="1603602"/>
            <a:ext cx="626538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StaticPoly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{...}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x) {...}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{...}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{...}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br>
              <a:rPr lang="sk-SK" sz="2400" dirty="0"/>
            </a:br>
            <a:endParaRPr lang="sk-SK" sz="2400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C0A7F195-2974-7EA8-05EB-3AC3A5CD9BD4}"/>
              </a:ext>
            </a:extLst>
          </p:cNvPr>
          <p:cNvCxnSpPr>
            <a:cxnSpLocks/>
          </p:cNvCxnSpPr>
          <p:nvPr/>
        </p:nvCxnSpPr>
        <p:spPr>
          <a:xfrm>
            <a:off x="6803136" y="3191893"/>
            <a:ext cx="0" cy="3282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53365A72-2EAE-3A08-39A3-FD69FBA8330A}"/>
              </a:ext>
            </a:extLst>
          </p:cNvPr>
          <p:cNvSpPr txBox="1">
            <a:spLocks/>
          </p:cNvSpPr>
          <p:nvPr/>
        </p:nvSpPr>
        <p:spPr>
          <a:xfrm>
            <a:off x="7036092" y="3274189"/>
            <a:ext cx="5381460" cy="290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 // ERROR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(1, 2); // ERROR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(1, 2L);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(1,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2);</a:t>
            </a: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A8DB456D-04BC-CCFB-0870-BC94B9C1A91E}"/>
              </a:ext>
            </a:extLst>
          </p:cNvPr>
          <p:cNvSpPr txBox="1">
            <a:spLocks/>
          </p:cNvSpPr>
          <p:nvPr/>
        </p:nvSpPr>
        <p:spPr>
          <a:xfrm>
            <a:off x="537756" y="1647145"/>
            <a:ext cx="11331156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sk-SK" dirty="0"/>
              <a:t>Ak je rovnako vhodných metód viacero, kompilátor skončí chybou, </a:t>
            </a:r>
            <a:br>
              <a:rPr lang="sk-SK" dirty="0"/>
            </a:br>
            <a:r>
              <a:rPr lang="sk-SK" dirty="0"/>
              <a:t>že volanie je nejednoznačné (anglicky </a:t>
            </a:r>
            <a:r>
              <a:rPr lang="sk-SK" dirty="0" err="1"/>
              <a:t>ambiguous</a:t>
            </a:r>
            <a:r>
              <a:rPr lang="sk-S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863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5B3B4-858B-B708-E944-6DB3FE22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B6F631-6CA2-EB1E-7490-952F9987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Dynamický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CC7AC9-38FE-62D8-DA92-0CD1CE38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806" y="1594458"/>
            <a:ext cx="9758388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 err="1"/>
              <a:t>Subtypový</a:t>
            </a:r>
            <a:r>
              <a:rPr lang="sk-SK" dirty="0"/>
              <a:t> polymorfizmus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Deje sa </a:t>
            </a:r>
            <a:r>
              <a:rPr lang="sk-SK" b="1" dirty="0"/>
              <a:t>počas behu programu</a:t>
            </a:r>
            <a:r>
              <a:rPr lang="sk-SK" dirty="0"/>
              <a:t> - </a:t>
            </a:r>
            <a:r>
              <a:rPr lang="sk-SK" dirty="0" err="1"/>
              <a:t>runtime</a:t>
            </a: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Realizuje sa cez </a:t>
            </a:r>
            <a:r>
              <a:rPr lang="sk-SK" b="1" dirty="0"/>
              <a:t>prekrývanie metód </a:t>
            </a:r>
            <a:r>
              <a:rPr lang="sk-SK" dirty="0"/>
              <a:t>- </a:t>
            </a:r>
            <a:r>
              <a:rPr lang="sk-SK" dirty="0" err="1"/>
              <a:t>method</a:t>
            </a:r>
            <a:r>
              <a:rPr lang="sk-SK" dirty="0"/>
              <a:t> </a:t>
            </a:r>
            <a:r>
              <a:rPr lang="sk-SK" dirty="0" err="1"/>
              <a:t>overriding</a:t>
            </a: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Pri volaní </a:t>
            </a:r>
            <a:r>
              <a:rPr lang="sk-SK" dirty="0" err="1"/>
              <a:t>polymorfickej</a:t>
            </a:r>
            <a:r>
              <a:rPr lang="sk-SK" dirty="0"/>
              <a:t> metódy sa na typ uvedený v kóde neprihliada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Počas behu programu sa zavolá metóda, ktorá zodpovedá skutočnému typu objektu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Záleží iba na type objektu, nad ktorým sa volá daná metóda, nie na argumentoch</a:t>
            </a: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48466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02352-16A5-9E80-2676-2FFACB37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07D4B1-DCCB-71B7-1317-3D90691A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Dynamický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AA9B32-1029-0D9E-1DED-23383DE4C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89" y="1603602"/>
            <a:ext cx="577291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Parent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Parent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Child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Parent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Child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6ABF6B12-381F-7D73-2E03-C85FD45F4ABA}"/>
              </a:ext>
            </a:extLst>
          </p:cNvPr>
          <p:cNvCxnSpPr>
            <a:cxnSpLocks/>
          </p:cNvCxnSpPr>
          <p:nvPr/>
        </p:nvCxnSpPr>
        <p:spPr>
          <a:xfrm>
            <a:off x="6030683" y="1690688"/>
            <a:ext cx="0" cy="4737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D033A82B-75A9-6234-F4DF-FE85BB543D07}"/>
              </a:ext>
            </a:extLst>
          </p:cNvPr>
          <p:cNvSpPr txBox="1">
            <a:spLocks/>
          </p:cNvSpPr>
          <p:nvPr/>
        </p:nvSpPr>
        <p:spPr>
          <a:xfrm>
            <a:off x="6310668" y="1448154"/>
            <a:ext cx="5772911" cy="498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/>
              <a:t>V kóde máme triedu </a:t>
            </a:r>
            <a:r>
              <a:rPr lang="sk-SK" sz="2400" dirty="0" err="1"/>
              <a:t>Parent</a:t>
            </a:r>
            <a:r>
              <a:rPr lang="sk-SK" sz="2400" dirty="0"/>
              <a:t>, ale zavolá sa prekrytá metóda podľa skutočného typu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DynamicPoly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zavolajFoo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Parent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p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p.foo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Parent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x = 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Child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zavolajFoo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(x);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Child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7B02B7E7-E124-1395-4C83-7F0DF426C31D}"/>
              </a:ext>
            </a:extLst>
          </p:cNvPr>
          <p:cNvSpPr txBox="1">
            <a:spLocks/>
          </p:cNvSpPr>
          <p:nvPr/>
        </p:nvSpPr>
        <p:spPr>
          <a:xfrm>
            <a:off x="537756" y="1647145"/>
            <a:ext cx="11331156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4655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A35AC-7F82-29E4-0125-064D7FC35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08BEE-AFEE-80FA-FD61-01DBC239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Dynamický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BD58BE-DDEE-2288-5AA0-12FFEC299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82" y="1690688"/>
            <a:ext cx="9913836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Statické metódy nepodporujú prekrytie metód ani dynamický polymorfizmus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Je mierne pomalší kvôli tabuľke virtuálnych metód (VMT, </a:t>
            </a:r>
            <a:r>
              <a:rPr lang="sk-SK" dirty="0" err="1"/>
              <a:t>vtable</a:t>
            </a:r>
            <a:r>
              <a:rPr lang="sk-SK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Animal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myPet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       // Referencia typu Animal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myPet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  // Ale objekt je typu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myPet.makeSound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  // Výstup: Pes šteká: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myPet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myPet.makeSound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  // Výstup: Mačka mňauká: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Miau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sk-SK" sz="2400" dirty="0"/>
            </a:b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261139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0F958-87BA-816F-ACFF-EF29569E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18657F-B6DE-E996-DE95-E53B4BD8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Parametrický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216932-2C94-C55F-3C6F-930C62268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806" y="1594458"/>
            <a:ext cx="932622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Generický polymorfizmus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Deje sa </a:t>
            </a:r>
            <a:r>
              <a:rPr lang="sk-SK" b="1" dirty="0"/>
              <a:t>počas kompilácie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Realizuje sa cez </a:t>
            </a:r>
            <a:r>
              <a:rPr lang="sk-SK" b="1" dirty="0"/>
              <a:t>generické triedy</a:t>
            </a:r>
            <a:r>
              <a:rPr lang="sk-SK" dirty="0"/>
              <a:t>, ktorý </a:t>
            </a:r>
            <a:r>
              <a:rPr lang="sk-SK" dirty="0" err="1"/>
              <a:t>parametrizujú</a:t>
            </a:r>
            <a:r>
              <a:rPr lang="sk-SK" dirty="0"/>
              <a:t> typy atribútov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Používa sa, keď klasický typ je príliš obmedzujúci a znemožňoval by </a:t>
            </a:r>
            <a:r>
              <a:rPr lang="sk-SK" dirty="0" err="1"/>
              <a:t>znovupoužitie</a:t>
            </a:r>
            <a:r>
              <a:rPr lang="sk-SK" dirty="0"/>
              <a:t> triedy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Použitie typu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dirty="0"/>
              <a:t> by ale malo za následok slabú typovú kontrolu - radšej generickú triedu</a:t>
            </a:r>
          </a:p>
        </p:txBody>
      </p:sp>
    </p:spTree>
    <p:extLst>
      <p:ext uri="{BB962C8B-B14F-4D97-AF65-F5344CB8AC3E}">
        <p14:creationId xmlns:p14="http://schemas.microsoft.com/office/powerpoint/2010/main" val="140645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65866-36FA-087F-7711-6753A570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5012FDB-D9F0-53BE-2BF4-7813E5D94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6" y="1307592"/>
            <a:ext cx="5232108" cy="52760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18E7EF96-80E3-DD24-C955-96C699830FDC}"/>
              </a:ext>
            </a:extLst>
          </p:cNvPr>
          <p:cNvCxnSpPr>
            <a:cxnSpLocks/>
          </p:cNvCxnSpPr>
          <p:nvPr/>
        </p:nvCxnSpPr>
        <p:spPr>
          <a:xfrm>
            <a:off x="5870448" y="1399032"/>
            <a:ext cx="0" cy="4956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89FF6E58-162B-B0D0-D063-52263811603E}"/>
              </a:ext>
            </a:extLst>
          </p:cNvPr>
          <p:cNvSpPr txBox="1">
            <a:spLocks/>
          </p:cNvSpPr>
          <p:nvPr/>
        </p:nvSpPr>
        <p:spPr>
          <a:xfrm>
            <a:off x="5971034" y="1399032"/>
            <a:ext cx="5824722" cy="290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 p = new Pair("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",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String x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p.getX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 p = new Pair(3, 4); // ERROR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80A37EA6-8ECE-655E-0EE6-79C5FDFC383D}"/>
              </a:ext>
            </a:extLst>
          </p:cNvPr>
          <p:cNvSpPr txBox="1">
            <a:spLocks/>
          </p:cNvSpPr>
          <p:nvPr/>
        </p:nvSpPr>
        <p:spPr>
          <a:xfrm>
            <a:off x="537756" y="274320"/>
            <a:ext cx="11331156" cy="63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Problém: príliš obmedzujúci HAS-A typ znemožňujúci </a:t>
            </a:r>
            <a:r>
              <a:rPr lang="sk-SK" dirty="0" err="1"/>
              <a:t>znovupoužitie</a:t>
            </a:r>
            <a:endParaRPr lang="sk-SK" dirty="0"/>
          </a:p>
          <a:p>
            <a:pPr marL="0" indent="0">
              <a:buNone/>
            </a:pPr>
            <a:r>
              <a:rPr lang="sk-SK" dirty="0"/>
              <a:t>Ak by sme chceli prvky iného typu, museli by sme vytvoriť novú triedu</a:t>
            </a:r>
          </a:p>
        </p:txBody>
      </p:sp>
    </p:spTree>
    <p:extLst>
      <p:ext uri="{BB962C8B-B14F-4D97-AF65-F5344CB8AC3E}">
        <p14:creationId xmlns:p14="http://schemas.microsoft.com/office/powerpoint/2010/main" val="303563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382FE-4F6A-D30B-4127-BE25D092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E9C2E7-63B8-9446-3C04-2B9980010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6" y="1307592"/>
            <a:ext cx="5232108" cy="52760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E003B0CE-117C-699B-8DDA-D18CE605AA67}"/>
              </a:ext>
            </a:extLst>
          </p:cNvPr>
          <p:cNvCxnSpPr>
            <a:cxnSpLocks/>
          </p:cNvCxnSpPr>
          <p:nvPr/>
        </p:nvCxnSpPr>
        <p:spPr>
          <a:xfrm>
            <a:off x="5870448" y="1399032"/>
            <a:ext cx="0" cy="4956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C67A455D-A114-4671-4E84-B25474F2590B}"/>
              </a:ext>
            </a:extLst>
          </p:cNvPr>
          <p:cNvSpPr txBox="1">
            <a:spLocks/>
          </p:cNvSpPr>
          <p:nvPr/>
        </p:nvSpPr>
        <p:spPr>
          <a:xfrm>
            <a:off x="5971034" y="1399032"/>
            <a:ext cx="5824722" cy="290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 p = new Pair(3, 4);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 p = new Pair("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",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String x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p.getX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// ERROR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p.getX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1D920A23-21F2-DE6B-7EA9-93CE8087628D}"/>
              </a:ext>
            </a:extLst>
          </p:cNvPr>
          <p:cNvSpPr txBox="1">
            <a:spLocks/>
          </p:cNvSpPr>
          <p:nvPr/>
        </p:nvSpPr>
        <p:spPr>
          <a:xfrm>
            <a:off x="301752" y="274320"/>
            <a:ext cx="11567160" cy="63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Použitie triedy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dirty="0"/>
              <a:t> je príliš všeobecné a prináša slabú typovú kontrolu</a:t>
            </a:r>
          </a:p>
          <a:p>
            <a:pPr marL="0" indent="0">
              <a:buNone/>
            </a:pPr>
            <a:r>
              <a:rPr lang="sk-SK" dirty="0"/>
              <a:t>Metódy nevedia, aký typ vracajú. Musíme mať explicitné pretypovanie.</a:t>
            </a:r>
          </a:p>
        </p:txBody>
      </p:sp>
    </p:spTree>
    <p:extLst>
      <p:ext uri="{BB962C8B-B14F-4D97-AF65-F5344CB8AC3E}">
        <p14:creationId xmlns:p14="http://schemas.microsoft.com/office/powerpoint/2010/main" val="335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D6230-D2C6-709F-2814-248CF3B8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4090C7-A4C3-E573-77C3-FC5363BE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Parametrický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69CACC-82FE-2610-24CC-FA08E41BB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806" y="1594458"/>
            <a:ext cx="9445098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 err="1"/>
              <a:t>Parametrizovaný</a:t>
            </a:r>
            <a:r>
              <a:rPr lang="sk-SK" dirty="0"/>
              <a:t> typ sa pri definícii triedy uvedie do lomených zátvoriek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&lt;T&gt; {...}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Pri vytváraní objektov sa do lomených zátvoriek uvedie, aký konkrétny typ sa použije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Pair&lt;String&gt; p1 = new Pair&lt;&gt;("Hello", "World");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08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79AA7-1C99-80FF-9B5C-BEA60A99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4483EB0-2037-389D-A9A5-9CC6515BF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6" y="1307592"/>
            <a:ext cx="5232108" cy="52760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&lt;T&gt;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B8E69262-8A94-AAA2-9FDD-8440A6455861}"/>
              </a:ext>
            </a:extLst>
          </p:cNvPr>
          <p:cNvCxnSpPr>
            <a:cxnSpLocks/>
          </p:cNvCxnSpPr>
          <p:nvPr/>
        </p:nvCxnSpPr>
        <p:spPr>
          <a:xfrm>
            <a:off x="4654296" y="1307592"/>
            <a:ext cx="0" cy="4956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9B342FE4-B54F-3EC5-9B0C-A44DF1432053}"/>
              </a:ext>
            </a:extLst>
          </p:cNvPr>
          <p:cNvSpPr txBox="1">
            <a:spLocks/>
          </p:cNvSpPr>
          <p:nvPr/>
        </p:nvSpPr>
        <p:spPr>
          <a:xfrm>
            <a:off x="4782312" y="1399032"/>
            <a:ext cx="7013444" cy="290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&lt;String&gt;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p1 = new 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&lt;&gt;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", 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String s = p1.getX();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&lt;Integer&gt;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p2 = new 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&lt;&gt;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(3, 4);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p2.getX();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4543DEA5-1BE3-71B2-2CC0-DBC06E4AE77E}"/>
              </a:ext>
            </a:extLst>
          </p:cNvPr>
          <p:cNvSpPr txBox="1">
            <a:spLocks/>
          </p:cNvSpPr>
          <p:nvPr/>
        </p:nvSpPr>
        <p:spPr>
          <a:xfrm>
            <a:off x="301752" y="274320"/>
            <a:ext cx="11567160" cy="63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Namiesto konkrétneho typu, napr.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/>
              <a:t> sa použije typová premenná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84461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93E95-387E-4771-09F5-BD2F712B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7604FB4-FA8B-105B-B8B6-11ACE868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6" y="1307592"/>
            <a:ext cx="5232108" cy="52760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&lt;T, U&gt;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/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7CDFB805-F83C-E114-DC81-C601D7AC6CBB}"/>
              </a:ext>
            </a:extLst>
          </p:cNvPr>
          <p:cNvCxnSpPr>
            <a:cxnSpLocks/>
          </p:cNvCxnSpPr>
          <p:nvPr/>
        </p:nvCxnSpPr>
        <p:spPr>
          <a:xfrm>
            <a:off x="5010912" y="1307592"/>
            <a:ext cx="0" cy="4956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A162F7D7-5F52-CBFD-7E04-2AF33D1039A3}"/>
              </a:ext>
            </a:extLst>
          </p:cNvPr>
          <p:cNvSpPr txBox="1">
            <a:spLocks/>
          </p:cNvSpPr>
          <p:nvPr/>
        </p:nvSpPr>
        <p:spPr>
          <a:xfrm>
            <a:off x="5522976" y="1399032"/>
            <a:ext cx="6272780" cy="290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&lt;String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p1 = new Pair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&lt;&gt;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",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String s = p1.getX();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p2.get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3FED9625-3CB4-D316-2DE0-58C4FE9582DF}"/>
              </a:ext>
            </a:extLst>
          </p:cNvPr>
          <p:cNvSpPr txBox="1">
            <a:spLocks/>
          </p:cNvSpPr>
          <p:nvPr/>
        </p:nvSpPr>
        <p:spPr>
          <a:xfrm>
            <a:off x="301752" y="274320"/>
            <a:ext cx="11567160" cy="63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Ak máme viac </a:t>
            </a:r>
            <a:r>
              <a:rPr lang="sk-SK" dirty="0" err="1"/>
              <a:t>parametrizovaných</a:t>
            </a:r>
            <a:r>
              <a:rPr lang="sk-SK" dirty="0"/>
              <a:t> typov, oddelíme ich čiarkami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089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2D104-FEC0-EF4C-FABC-7B73CF59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E0EA6C-0305-7E74-0336-8FE9BC78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Parametrický polymorfizmus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F62033-DBC1-5FD4-8AD5-1E10BFE2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502" y="1512797"/>
            <a:ext cx="9445098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Používa sa hlavne pri kolekciách, (zoznamy, množiny, zásobníky, a pod)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Set&lt;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 err="1"/>
              <a:t>Parametrizované</a:t>
            </a:r>
            <a:r>
              <a:rPr lang="sk-SK" dirty="0"/>
              <a:t> typy v Jave existujú iba pri kompilácii, počas behu programu sa použije typ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Toto nahradenie sa odborne volá </a:t>
            </a:r>
            <a:r>
              <a:rPr lang="sk-SK" b="1" dirty="0"/>
              <a:t>type </a:t>
            </a:r>
            <a:r>
              <a:rPr lang="sk-SK" b="1" dirty="0" err="1"/>
              <a:t>erasure</a:t>
            </a:r>
            <a:r>
              <a:rPr lang="sk-SK" dirty="0"/>
              <a:t>, teda vymazanie typu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65551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</TotalTime>
  <Words>1267</Words>
  <Application>Microsoft Office PowerPoint</Application>
  <PresentationFormat>Širokouhlá</PresentationFormat>
  <Paragraphs>220</Paragraphs>
  <Slides>17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12</vt:lpstr>
      <vt:lpstr>Polymorfizmus</vt:lpstr>
      <vt:lpstr>Statický polymorfizmus</vt:lpstr>
      <vt:lpstr>Statický polymorfizmus</vt:lpstr>
      <vt:lpstr>Statický polymorfizmus</vt:lpstr>
      <vt:lpstr>Statický polymorfizmus</vt:lpstr>
      <vt:lpstr>Dynamický polymorfizmus</vt:lpstr>
      <vt:lpstr>Dynamický polymorfizmus</vt:lpstr>
      <vt:lpstr>Dynamický polymorfizmus</vt:lpstr>
      <vt:lpstr>Parametrický polymorfizmus</vt:lpstr>
      <vt:lpstr>Prezentácia programu PowerPoint</vt:lpstr>
      <vt:lpstr>Prezentácia programu PowerPoint</vt:lpstr>
      <vt:lpstr>Parametrický polymorfizmus</vt:lpstr>
      <vt:lpstr>Prezentácia programu PowerPoint</vt:lpstr>
      <vt:lpstr>Prezentácia programu PowerPoint</vt:lpstr>
      <vt:lpstr>Parametrický polymorfizmus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46</cp:revision>
  <dcterms:created xsi:type="dcterms:W3CDTF">2025-09-05T09:09:34Z</dcterms:created>
  <dcterms:modified xsi:type="dcterms:W3CDTF">2025-11-16T12:53:07Z</dcterms:modified>
</cp:coreProperties>
</file>
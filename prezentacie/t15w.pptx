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39" r:id="rId5"/>
    <p:sldId id="303" r:id="rId6"/>
    <p:sldId id="342" r:id="rId7"/>
    <p:sldId id="340" r:id="rId8"/>
    <p:sldId id="34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14. 12. 2025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teoria-3/t15-oop-opakovanie/#prakticky-priklad-hierarchia-vozidie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15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OOP </a:t>
            </a:r>
            <a:r>
              <a:rPr lang="en-US" dirty="0" err="1"/>
              <a:t>princípy</a:t>
            </a:r>
            <a:r>
              <a:rPr lang="en-US" dirty="0"/>
              <a:t> - </a:t>
            </a:r>
            <a:r>
              <a:rPr lang="en-US" dirty="0" err="1"/>
              <a:t>opakovanie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Vzťahy</a:t>
            </a:r>
            <a:r>
              <a:rPr lang="en-US" dirty="0"/>
              <a:t> </a:t>
            </a:r>
            <a:r>
              <a:rPr lang="en-US" dirty="0" err="1"/>
              <a:t>medzi</a:t>
            </a:r>
            <a:r>
              <a:rPr lang="en-US" dirty="0"/>
              <a:t> </a:t>
            </a:r>
            <a:r>
              <a:rPr lang="en-US" dirty="0" err="1"/>
              <a:t>triedami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Prevody</a:t>
            </a:r>
            <a:r>
              <a:rPr lang="en-US" dirty="0"/>
              <a:t> </a:t>
            </a:r>
            <a:r>
              <a:rPr lang="en-US" dirty="0" err="1"/>
              <a:t>typov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Praktický</a:t>
            </a:r>
            <a:r>
              <a:rPr lang="en-US" dirty="0"/>
              <a:t> </a:t>
            </a:r>
            <a:r>
              <a:rPr lang="en-US" dirty="0" err="1"/>
              <a:t>príklad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Princípy OOP</a:t>
            </a:r>
            <a:r>
              <a:rPr lang="en-US" dirty="0"/>
              <a:t> - </a:t>
            </a:r>
            <a:r>
              <a:rPr lang="en-US" dirty="0" err="1"/>
              <a:t>opakovanie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sk-SK" b="1" dirty="0"/>
              <a:t>Zapuzdrenie</a:t>
            </a:r>
            <a:r>
              <a:rPr lang="sk-SK" dirty="0"/>
              <a:t> (anglicky </a:t>
            </a:r>
            <a:r>
              <a:rPr lang="sk-SK" dirty="0" err="1"/>
              <a:t>encapsulation</a:t>
            </a:r>
            <a:r>
              <a:rPr lang="sk-SK" dirty="0"/>
              <a:t>): Skrývanie interných dát objektu (</a:t>
            </a:r>
            <a:r>
              <a:rPr lang="sk-SK" dirty="0" err="1"/>
              <a:t>private</a:t>
            </a:r>
            <a:r>
              <a:rPr lang="sk-SK" dirty="0"/>
              <a:t> atribúty, modifikátory prístupu) a poskytovanie kontrolovaného prístupu cez verejné metódy (</a:t>
            </a:r>
            <a:r>
              <a:rPr lang="sk-SK" dirty="0" err="1"/>
              <a:t>gettre</a:t>
            </a:r>
            <a:r>
              <a:rPr lang="sk-SK" dirty="0"/>
              <a:t>/</a:t>
            </a:r>
            <a:r>
              <a:rPr lang="sk-SK" dirty="0" err="1"/>
              <a:t>settre</a:t>
            </a:r>
            <a:r>
              <a:rPr lang="sk-SK" dirty="0"/>
              <a:t>). Chráni dáta pred neoprávnenou zmenou. Atribúty modelujú HAS-A (objekt má) vzťah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sk-SK" b="1" dirty="0"/>
              <a:t>Dedičnosť</a:t>
            </a:r>
            <a:r>
              <a:rPr lang="sk-SK" dirty="0"/>
              <a:t> (anglicky </a:t>
            </a:r>
            <a:r>
              <a:rPr lang="sk-SK" dirty="0" err="1"/>
              <a:t>inheritance</a:t>
            </a:r>
            <a:r>
              <a:rPr lang="sk-SK" dirty="0"/>
              <a:t>): Podtrieda zdedí vlastnosti a metódy z rodičovskej triedy, umožňuje </a:t>
            </a:r>
            <a:r>
              <a:rPr lang="sk-SK" dirty="0" err="1"/>
              <a:t>znovupoužitie</a:t>
            </a:r>
            <a:r>
              <a:rPr lang="sk-SK" dirty="0"/>
              <a:t> kódu. Modeluje IS-A (objekt je) vzťah.</a:t>
            </a: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280D6-4DC7-30FA-0438-E57A87B8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AA96F1-DBDC-88B0-6EE2-208336D29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Princípy OOP</a:t>
            </a:r>
            <a:r>
              <a:rPr lang="en-US" dirty="0"/>
              <a:t> - </a:t>
            </a:r>
            <a:r>
              <a:rPr lang="en-US" dirty="0" err="1"/>
              <a:t>opakovanie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E5F365A-A0FF-76C4-0E90-A8A5768D5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sk-SK" b="1" dirty="0"/>
              <a:t>Polymorfizmus</a:t>
            </a:r>
            <a:r>
              <a:rPr lang="sk-SK" dirty="0"/>
              <a:t>: Metódy sa správajú inak v závislosti od typu objektu. Poznáme statický polymorfizmus (preťažovanie metód - </a:t>
            </a:r>
            <a:r>
              <a:rPr lang="sk-SK" dirty="0" err="1"/>
              <a:t>overloading</a:t>
            </a:r>
            <a:r>
              <a:rPr lang="sk-SK" dirty="0"/>
              <a:t>), dynamický polymorfizmus (prekrývanie metód - </a:t>
            </a:r>
            <a:r>
              <a:rPr lang="sk-SK" dirty="0" err="1"/>
              <a:t>overriding</a:t>
            </a:r>
            <a:r>
              <a:rPr lang="sk-SK" dirty="0"/>
              <a:t>) a parametrický polymorfizmus (generické triedy)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sk-SK" b="1" dirty="0"/>
              <a:t>Abstrakcia</a:t>
            </a:r>
            <a:r>
              <a:rPr lang="sk-SK" dirty="0"/>
              <a:t>: Skrývanie zložitých detailov (AKO sa to robí) a zverejnenie len podstatného (ČO trieda robí). Pomocou abstraktných tried alebo rozhraní. Rozhrania modelujú CAN-DO vzťah (objekt vie)</a:t>
            </a:r>
          </a:p>
        </p:txBody>
      </p:sp>
    </p:spTree>
    <p:extLst>
      <p:ext uri="{BB962C8B-B14F-4D97-AF65-F5344CB8AC3E}">
        <p14:creationId xmlns:p14="http://schemas.microsoft.com/office/powerpoint/2010/main" val="367707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E7315-CEE1-0943-15B0-737F96EE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783EC6-6E4D-8BCB-CD4F-2B40524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723"/>
          </a:xfrm>
        </p:spPr>
        <p:txBody>
          <a:bodyPr>
            <a:normAutofit/>
          </a:bodyPr>
          <a:lstStyle/>
          <a:p>
            <a:r>
              <a:rPr lang="sk-SK" dirty="0"/>
              <a:t>Vzťahy medzi triedami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79FD30-4AE9-48ED-37AE-008C68ED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069848"/>
            <a:ext cx="10981944" cy="55046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sk-SK" dirty="0"/>
              <a:t>Všeobecná </a:t>
            </a:r>
            <a:r>
              <a:rPr lang="sk-SK" b="1" dirty="0"/>
              <a:t>asociácia</a:t>
            </a:r>
            <a:r>
              <a:rPr lang="sk-SK" dirty="0"/>
              <a:t> - prepojenie</a:t>
            </a:r>
            <a:br>
              <a:rPr lang="en-US" dirty="0"/>
            </a:br>
            <a:r>
              <a:rPr lang="sk-SK" i="1" dirty="0"/>
              <a:t>Učiteľ učí Žiaka, Pes žerie Granule</a:t>
            </a:r>
          </a:p>
          <a:p>
            <a:pPr>
              <a:lnSpc>
                <a:spcPct val="110000"/>
              </a:lnSpc>
            </a:pPr>
            <a:r>
              <a:rPr lang="sk-SK" b="1" dirty="0"/>
              <a:t>IS-A (je) </a:t>
            </a:r>
            <a:r>
              <a:rPr lang="sk-SK" dirty="0"/>
              <a:t>- vzťah dedičnosti -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dirty="0"/>
              <a:t>. </a:t>
            </a:r>
            <a:br>
              <a:rPr lang="en-US" dirty="0"/>
            </a:br>
            <a:r>
              <a:rPr lang="sk-SK" i="1" dirty="0"/>
              <a:t>Auto je Vozidlo, Pes je Zviera</a:t>
            </a:r>
          </a:p>
          <a:p>
            <a:pPr>
              <a:lnSpc>
                <a:spcPct val="110000"/>
              </a:lnSpc>
            </a:pPr>
            <a:r>
              <a:rPr lang="sk-SK" b="1" dirty="0"/>
              <a:t>CAN-DO (vie) </a:t>
            </a:r>
            <a:r>
              <a:rPr lang="sk-SK" dirty="0"/>
              <a:t>- vzťah implementácie rozhrania -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sk-SK" dirty="0"/>
              <a:t>. </a:t>
            </a:r>
            <a:br>
              <a:rPr lang="en-US" dirty="0"/>
            </a:br>
            <a:r>
              <a:rPr lang="sk-SK" i="1" dirty="0"/>
              <a:t>Lietadlo vie Lietať, </a:t>
            </a:r>
            <a:r>
              <a:rPr lang="sk-SK" i="1" dirty="0" err="1"/>
              <a:t>ElektrickeAuto</a:t>
            </a:r>
            <a:r>
              <a:rPr lang="sk-SK" i="1" dirty="0"/>
              <a:t> sa vie Nabíjať</a:t>
            </a:r>
          </a:p>
          <a:p>
            <a:pPr>
              <a:lnSpc>
                <a:spcPct val="110000"/>
              </a:lnSpc>
            </a:pPr>
            <a:r>
              <a:rPr lang="sk-SK" b="1" dirty="0"/>
              <a:t>HAS-A (má v sebe) </a:t>
            </a:r>
            <a:r>
              <a:rPr lang="sk-SK" dirty="0"/>
              <a:t>- vzťah </a:t>
            </a:r>
            <a:r>
              <a:rPr lang="sk-SK" b="1" dirty="0"/>
              <a:t>kompozície</a:t>
            </a:r>
            <a:r>
              <a:rPr lang="sk-SK" dirty="0"/>
              <a:t> - skladá sa z. </a:t>
            </a:r>
            <a:r>
              <a:rPr lang="sk-SK" b="1" dirty="0"/>
              <a:t>Silná väzba</a:t>
            </a:r>
            <a:r>
              <a:rPr lang="sk-SK" dirty="0"/>
              <a:t>, </a:t>
            </a:r>
            <a:r>
              <a:rPr lang="en-US" dirty="0"/>
              <a:t> </a:t>
            </a:r>
            <a:r>
              <a:rPr lang="sk-SK" dirty="0"/>
              <a:t>triedy bez seba nevedia existovať. Pomocou </a:t>
            </a:r>
            <a:r>
              <a:rPr lang="sk-SK" b="1" dirty="0"/>
              <a:t>atribútov</a:t>
            </a:r>
            <a:r>
              <a:rPr lang="sk-SK" dirty="0"/>
              <a:t>. </a:t>
            </a:r>
            <a:br>
              <a:rPr lang="en-US" dirty="0"/>
            </a:br>
            <a:r>
              <a:rPr lang="sk-SK" i="1" dirty="0"/>
              <a:t>Človek má v sebe Srdce, Dom má v sebe Izby</a:t>
            </a:r>
          </a:p>
          <a:p>
            <a:pPr>
              <a:lnSpc>
                <a:spcPct val="110000"/>
              </a:lnSpc>
            </a:pPr>
            <a:r>
              <a:rPr lang="sk-SK" b="1" dirty="0"/>
              <a:t>HAS-A (má) </a:t>
            </a:r>
            <a:r>
              <a:rPr lang="sk-SK" dirty="0"/>
              <a:t>- vzťah </a:t>
            </a:r>
            <a:r>
              <a:rPr lang="sk-SK" b="1" dirty="0"/>
              <a:t>agregácie</a:t>
            </a:r>
            <a:r>
              <a:rPr lang="sk-SK" dirty="0"/>
              <a:t>. </a:t>
            </a:r>
            <a:r>
              <a:rPr lang="sk-SK" b="1" dirty="0"/>
              <a:t>Slabšia väzba</a:t>
            </a:r>
            <a:r>
              <a:rPr lang="sk-SK" dirty="0"/>
              <a:t>, trieda obsahuje iné objekty, ale vedia existovať aj samostatne. Pomocou </a:t>
            </a:r>
            <a:r>
              <a:rPr lang="sk-SK" b="1" dirty="0"/>
              <a:t>atribútov</a:t>
            </a:r>
            <a:r>
              <a:rPr lang="sk-SK" dirty="0"/>
              <a:t>. </a:t>
            </a:r>
            <a:br>
              <a:rPr lang="en-US" dirty="0"/>
            </a:br>
            <a:r>
              <a:rPr lang="sk-SK" i="1" dirty="0"/>
              <a:t>Knižnica má Knihy, Auto má Pasažierov</a:t>
            </a:r>
          </a:p>
        </p:txBody>
      </p:sp>
    </p:spTree>
    <p:extLst>
      <p:ext uri="{BB962C8B-B14F-4D97-AF65-F5344CB8AC3E}">
        <p14:creationId xmlns:p14="http://schemas.microsoft.com/office/powerpoint/2010/main" val="81309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F706E-1C4A-2FFD-E3E3-681495393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51D85B-E982-2EE6-F077-C2E677DA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723"/>
          </a:xfrm>
        </p:spPr>
        <p:txBody>
          <a:bodyPr>
            <a:normAutofit/>
          </a:bodyPr>
          <a:lstStyle/>
          <a:p>
            <a:r>
              <a:rPr lang="sk-SK" dirty="0"/>
              <a:t>Vzťahy medzi triedami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3A49E2AC-DF45-AFB0-558B-142DE61B0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7" name="Obrázok 6" descr="Obrázok, na ktorom je text, snímka obrazovky, diagram, rad&#10;&#10;Obsah vygenerovaný pomocou AI môže byť nesprávny.">
            <a:extLst>
              <a:ext uri="{FF2B5EF4-FFF2-40B4-BE49-F238E27FC236}">
                <a16:creationId xmlns:a16="http://schemas.microsoft.com/office/drawing/2014/main" id="{F994F717-9A30-B014-C437-BD13C6D6D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87" y="1356227"/>
            <a:ext cx="4639322" cy="4639322"/>
          </a:xfrm>
          <a:prstGeom prst="rect">
            <a:avLst/>
          </a:prstGeom>
        </p:spPr>
      </p:pic>
      <p:pic>
        <p:nvPicPr>
          <p:cNvPr id="9" name="Obrázok 8" descr="Obrázok, na ktorom je text, snímka obrazovky, diagram, písmo&#10;&#10;Obsah vygenerovaný pomocou AI môže byť nesprávny.">
            <a:extLst>
              <a:ext uri="{FF2B5EF4-FFF2-40B4-BE49-F238E27FC236}">
                <a16:creationId xmlns:a16="http://schemas.microsoft.com/office/drawing/2014/main" id="{D359CAC7-8659-B7ED-B482-B69996D1A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219" y="1356227"/>
            <a:ext cx="468695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9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31A01-EEB1-5F1C-9958-307CEDF6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55AF5B-21F2-E7D7-0021-ED754168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Casting</a:t>
            </a:r>
            <a:r>
              <a:rPr lang="sk-SK" dirty="0"/>
              <a:t> tried - prevod typov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562CE7-59ED-F3D7-EDDE-8FE456A15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594458"/>
            <a:ext cx="10741152" cy="498007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k-SK" b="1" dirty="0" err="1"/>
              <a:t>Upcasting</a:t>
            </a:r>
            <a:r>
              <a:rPr lang="sk-SK" b="1" dirty="0"/>
              <a:t> (prevod nahor)</a:t>
            </a:r>
            <a:endParaRPr lang="sk-SK" dirty="0"/>
          </a:p>
          <a:p>
            <a:r>
              <a:rPr lang="en-US" dirty="0"/>
              <a:t>A</a:t>
            </a:r>
            <a:r>
              <a:rPr lang="sk-SK" dirty="0" err="1"/>
              <a:t>utomatický</a:t>
            </a:r>
            <a:r>
              <a:rPr lang="sk-SK" dirty="0"/>
              <a:t> prevod objektu z podtriedy na typ </a:t>
            </a:r>
            <a:r>
              <a:rPr lang="en-US" dirty="0" err="1"/>
              <a:t>rodi</a:t>
            </a:r>
            <a:r>
              <a:rPr lang="sk-SK" dirty="0" err="1"/>
              <a:t>ča</a:t>
            </a:r>
            <a:endParaRPr lang="sk-SK" dirty="0"/>
          </a:p>
          <a:p>
            <a:r>
              <a:rPr lang="sk-SK" dirty="0"/>
              <a:t>Je vždy bezpečný. Podtrieda vždy "je" aj nadradená trieda </a:t>
            </a:r>
          </a:p>
          <a:p>
            <a:r>
              <a:rPr lang="sk-SK" dirty="0"/>
              <a:t>Používa sa veľmi často a automaticky, najmä pri práci s polymorfizmom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sk-SK" b="1" dirty="0" err="1"/>
              <a:t>Downcasting</a:t>
            </a:r>
            <a:r>
              <a:rPr lang="sk-SK" b="1" dirty="0"/>
              <a:t> (prevod nadol)</a:t>
            </a:r>
            <a:endParaRPr lang="sk-SK" dirty="0"/>
          </a:p>
          <a:p>
            <a:r>
              <a:rPr lang="sk-SK" dirty="0"/>
              <a:t>Prevod objektu z nadradenej triedy späť na podtriedu.</a:t>
            </a:r>
          </a:p>
          <a:p>
            <a:r>
              <a:rPr lang="sk-SK" dirty="0"/>
              <a:t>Je riskantný, a ak sa nepodarí, program vyhodí výnimku 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ClassCastException</a:t>
            </a:r>
            <a:r>
              <a:rPr lang="sk-SK" dirty="0"/>
              <a:t>.</a:t>
            </a:r>
          </a:p>
          <a:p>
            <a:r>
              <a:rPr lang="sk-SK" dirty="0"/>
              <a:t>Používa sa zriedka, ak potrebujeme pristúpiť k metódam podtriedy. </a:t>
            </a:r>
            <a:br>
              <a:rPr lang="sk-SK" dirty="0"/>
            </a:br>
            <a:r>
              <a:rPr lang="sk-SK" dirty="0"/>
              <a:t>Pred </a:t>
            </a:r>
            <a:r>
              <a:rPr lang="sk-SK" dirty="0" err="1"/>
              <a:t>downcastingom</a:t>
            </a:r>
            <a:r>
              <a:rPr lang="sk-SK" dirty="0"/>
              <a:t> sa odporúča vždy použiť operátor 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sk-S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631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F3FC6-6081-CB63-0193-CF356ABFA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7DF540-C442-68FA-05CA-23B0E378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Praktický príklad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8A7D6EC-F9E0-8A4F-DB84-63A8A4131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594458"/>
            <a:ext cx="10741152" cy="49800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sk-SK" dirty="0">
              <a:hlinkClick r:id="rId2"/>
            </a:endParaRPr>
          </a:p>
          <a:p>
            <a:pPr marL="0" indent="0" algn="ctr">
              <a:buNone/>
            </a:pPr>
            <a:r>
              <a:rPr lang="sk-SK" dirty="0">
                <a:hlinkClick r:id="rId2"/>
              </a:rPr>
              <a:t>Hierarchia vozidiel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20778982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1195</TotalTime>
  <Words>407</Words>
  <Application>Microsoft Office PowerPoint</Application>
  <PresentationFormat>Širokouhlá</PresentationFormat>
  <Paragraphs>35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15</vt:lpstr>
      <vt:lpstr>Princípy OOP - opakovanie</vt:lpstr>
      <vt:lpstr>Princípy OOP - opakovanie</vt:lpstr>
      <vt:lpstr>Vzťahy medzi triedami</vt:lpstr>
      <vt:lpstr>Vzťahy medzi triedami</vt:lpstr>
      <vt:lpstr>Casting tried - prevod typov</vt:lpstr>
      <vt:lpstr>Praktický príklad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59</cp:revision>
  <dcterms:created xsi:type="dcterms:W3CDTF">2025-09-05T09:09:34Z</dcterms:created>
  <dcterms:modified xsi:type="dcterms:W3CDTF">2025-12-14T19:21:45Z</dcterms:modified>
</cp:coreProperties>
</file>
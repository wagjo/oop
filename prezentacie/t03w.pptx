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58" r:id="rId4"/>
    <p:sldId id="285" r:id="rId5"/>
    <p:sldId id="286" r:id="rId6"/>
    <p:sldId id="28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47" autoAdjust="0"/>
    <p:restoredTop sz="94660"/>
  </p:normalViewPr>
  <p:slideViewPr>
    <p:cSldViewPr snapToGrid="0">
      <p:cViewPr varScale="1">
        <p:scale>
          <a:sx n="70" d="100"/>
          <a:sy n="70" d="100"/>
        </p:scale>
        <p:origin x="137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13. 9. 2025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oop.wagjo.com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sk-SK" dirty="0"/>
              <a:t>Identita a Hodnota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Objekt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Operátory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Príkazy a Výrazy</a:t>
            </a:r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6D5FFFD-949C-5777-368D-7616CC67C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sz="4000" dirty="0"/>
              <a:t>Identita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34EA18-2911-E0AA-A6B4-7AC44110B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9316" y="1603602"/>
            <a:ext cx="7064827" cy="4720998"/>
          </a:xfrm>
        </p:spPr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/>
              <a:t>Identita reprezentuje jedinečnosť danej veci.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/>
              <a:t>Hodnota/vlastnosť veci sa meniť môže, identita ostáva</a:t>
            </a:r>
          </a:p>
          <a:p>
            <a:pPr marL="0" indent="0">
              <a:spcBef>
                <a:spcPts val="1200"/>
              </a:spcBef>
              <a:buNone/>
            </a:pPr>
            <a:endParaRPr lang="sk-SK" sz="2800" dirty="0"/>
          </a:p>
          <a:p>
            <a:pPr marL="0" indent="0">
              <a:spcBef>
                <a:spcPts val="1200"/>
              </a:spcBef>
              <a:buNone/>
            </a:pPr>
            <a:r>
              <a:rPr lang="sk-SK" dirty="0"/>
              <a:t>P</a:t>
            </a:r>
            <a:r>
              <a:rPr lang="sk-SK" sz="2800" dirty="0"/>
              <a:t>rimitívne </a:t>
            </a:r>
            <a:r>
              <a:rPr lang="sk-SK" sz="2800" dirty="0" err="1"/>
              <a:t>dátové</a:t>
            </a:r>
            <a:r>
              <a:rPr lang="sk-SK" sz="2800" dirty="0"/>
              <a:t> typy v Jave majú hodnoty bez identity.</a:t>
            </a:r>
          </a:p>
        </p:txBody>
      </p:sp>
    </p:spTree>
    <p:extLst>
      <p:ext uri="{BB962C8B-B14F-4D97-AF65-F5344CB8AC3E}">
        <p14:creationId xmlns:p14="http://schemas.microsoft.com/office/powerpoint/2010/main" val="4278490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6851B4-3129-D5CB-BBCD-5F0998A3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040598A-1C4D-300A-1F3B-47CDFEE72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Objekt</a:t>
            </a:r>
            <a:endParaRPr lang="sk-SK" sz="400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3FE0612-F712-2961-E471-1CA76A44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9316" y="1603602"/>
            <a:ext cx="8131627" cy="4720998"/>
          </a:xfrm>
        </p:spPr>
        <p:txBody>
          <a:bodyPr>
            <a:normAutofit/>
          </a:bodyPr>
          <a:lstStyle/>
          <a:p>
            <a:r>
              <a:rPr lang="sk-SK" b="1" dirty="0"/>
              <a:t>má svoju identitu</a:t>
            </a:r>
            <a:r>
              <a:rPr lang="sk-SK" dirty="0"/>
              <a:t> - je jedinečná entita</a:t>
            </a:r>
          </a:p>
          <a:p>
            <a:r>
              <a:rPr lang="sk-SK" b="1" dirty="0"/>
              <a:t>nesie stav</a:t>
            </a:r>
            <a:r>
              <a:rPr lang="sk-SK" dirty="0"/>
              <a:t> - má svoje konkrétne hodnoty - atribúty</a:t>
            </a:r>
          </a:p>
          <a:p>
            <a:r>
              <a:rPr lang="sk-SK" b="1" dirty="0"/>
              <a:t>poskytuje správanie</a:t>
            </a:r>
            <a:r>
              <a:rPr lang="sk-SK" dirty="0"/>
              <a:t> - poskytuje metódy, ktoré môžeme nad objektom volať</a:t>
            </a:r>
          </a:p>
          <a:p>
            <a:r>
              <a:rPr lang="sk-SK" b="1" dirty="0"/>
              <a:t>je inštanciou triedy</a:t>
            </a:r>
            <a:r>
              <a:rPr lang="sk-SK" dirty="0"/>
              <a:t> - je konkrétnym výtvorom z abstraktného návrhu triedy</a:t>
            </a:r>
          </a:p>
        </p:txBody>
      </p:sp>
    </p:spTree>
    <p:extLst>
      <p:ext uri="{BB962C8B-B14F-4D97-AF65-F5344CB8AC3E}">
        <p14:creationId xmlns:p14="http://schemas.microsoft.com/office/powerpoint/2010/main" val="1013489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2417AD-8326-5717-75DB-12AE0B93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18F9DC-AB39-38A4-4AF5-748CB9AA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Objekt</a:t>
            </a:r>
            <a:endParaRPr lang="sk-SK" sz="400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88A9A76-6170-B92F-C83C-13AE98384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9316" y="1603602"/>
            <a:ext cx="8131627" cy="4720998"/>
          </a:xfrm>
        </p:spPr>
        <p:txBody>
          <a:bodyPr>
            <a:normAutofit/>
          </a:bodyPr>
          <a:lstStyle/>
          <a:p>
            <a:r>
              <a:rPr lang="sk-SK" dirty="0"/>
              <a:t>Nové objekty vytvárame pomocou operátora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new</a:t>
            </a:r>
          </a:p>
          <a:p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==</a:t>
            </a:r>
            <a:r>
              <a:rPr lang="sk-SK" dirty="0"/>
              <a:t> porovnáva objekty podľa identity, primitívne typy podľa hodnoty</a:t>
            </a:r>
          </a:p>
          <a:p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equals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dirty="0"/>
              <a:t> porovnáva objekty podľa hodnoty</a:t>
            </a:r>
          </a:p>
        </p:txBody>
      </p:sp>
    </p:spTree>
    <p:extLst>
      <p:ext uri="{BB962C8B-B14F-4D97-AF65-F5344CB8AC3E}">
        <p14:creationId xmlns:p14="http://schemas.microsoft.com/office/powerpoint/2010/main" val="357966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11AFEE-E3E4-12B2-4999-BC712D24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4D0D3C1-45E0-EA08-18E3-D8D7422D1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Príkazy a výrazy</a:t>
            </a:r>
            <a:endParaRPr lang="sk-SK" sz="400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3B5C686-5C9D-A853-D920-876305647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9316" y="1603602"/>
            <a:ext cx="8131627" cy="4720998"/>
          </a:xfrm>
        </p:spPr>
        <p:txBody>
          <a:bodyPr>
            <a:normAutofit/>
          </a:bodyPr>
          <a:lstStyle/>
          <a:p>
            <a:r>
              <a:rPr lang="sk-SK" dirty="0"/>
              <a:t>Výraz </a:t>
            </a:r>
            <a:r>
              <a:rPr lang="sk-SK" i="1" dirty="0"/>
              <a:t>(</a:t>
            </a:r>
            <a:r>
              <a:rPr lang="sk-SK" i="1" dirty="0" err="1"/>
              <a:t>expression</a:t>
            </a:r>
            <a:r>
              <a:rPr lang="sk-SK" i="1" dirty="0"/>
              <a:t>) </a:t>
            </a:r>
            <a:r>
              <a:rPr lang="sk-SK" dirty="0"/>
              <a:t>po vyhodnotení vráti hodnotu</a:t>
            </a:r>
          </a:p>
          <a:p>
            <a:r>
              <a:rPr lang="sk-SK" dirty="0"/>
              <a:t>Výrazy môžu byť súčasťou príkazov</a:t>
            </a:r>
          </a:p>
          <a:p>
            <a:endParaRPr lang="sk-SK" dirty="0"/>
          </a:p>
          <a:p>
            <a:r>
              <a:rPr lang="sk-SK" dirty="0"/>
              <a:t>Príkaz </a:t>
            </a:r>
            <a:r>
              <a:rPr lang="sk-SK" i="1" dirty="0"/>
              <a:t>(</a:t>
            </a:r>
            <a:r>
              <a:rPr lang="sk-SK" i="1" dirty="0" err="1"/>
              <a:t>statement</a:t>
            </a:r>
            <a:r>
              <a:rPr lang="sk-SK" i="1" dirty="0"/>
              <a:t>) </a:t>
            </a:r>
            <a:r>
              <a:rPr lang="sk-SK" dirty="0"/>
              <a:t>je samostatná jednotka vykonania, ktorá niečo robí</a:t>
            </a:r>
          </a:p>
          <a:p>
            <a:r>
              <a:rPr lang="sk-SK" dirty="0"/>
              <a:t>Príkazy nevracajú hodnotu</a:t>
            </a:r>
          </a:p>
          <a:p>
            <a:r>
              <a:rPr lang="sk-SK" dirty="0"/>
              <a:t>Príkazy končia bodkočiarkou, alebo blokom kódu v zložených zátvorkách</a:t>
            </a:r>
          </a:p>
        </p:txBody>
      </p:sp>
    </p:spTree>
    <p:extLst>
      <p:ext uri="{BB962C8B-B14F-4D97-AF65-F5344CB8AC3E}">
        <p14:creationId xmlns:p14="http://schemas.microsoft.com/office/powerpoint/2010/main" val="3179098807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284</TotalTime>
  <Words>165</Words>
  <Application>Microsoft Office PowerPoint</Application>
  <PresentationFormat>Širokouhlá</PresentationFormat>
  <Paragraphs>31</Paragraphs>
  <Slides>6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3</vt:lpstr>
      <vt:lpstr>Identita</vt:lpstr>
      <vt:lpstr>Objekt</vt:lpstr>
      <vt:lpstr>Objekt</vt:lpstr>
      <vt:lpstr>Príkazy a výrazy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Lenka Wagnerová</cp:lastModifiedBy>
  <cp:revision>10</cp:revision>
  <dcterms:created xsi:type="dcterms:W3CDTF">2025-09-05T09:09:34Z</dcterms:created>
  <dcterms:modified xsi:type="dcterms:W3CDTF">2025-09-13T07:55:22Z</dcterms:modified>
</cp:coreProperties>
</file>
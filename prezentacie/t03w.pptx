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85" r:id="rId5"/>
    <p:sldId id="286" r:id="rId6"/>
    <p:sldId id="28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15. 9. 2026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Identita a Hodnota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Objekt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Operátory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Príkazy a Výrazy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C00000"/>
                </a:solidFill>
                <a:highlight>
                  <a:srgbClr val="00FFFF"/>
                </a:highlight>
              </a:rPr>
              <a:t>Identita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7064827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Identita reprezentuje jedinečnosť danej veci.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Hodnota/vlastnosť veci sa meniť môže, identita ostáva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>
              <a:solidFill>
                <a:srgbClr val="C0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P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rimitívne </a:t>
            </a:r>
            <a:r>
              <a:rPr lang="sk-SK" sz="2800" dirty="0" err="1">
                <a:solidFill>
                  <a:srgbClr val="C00000"/>
                </a:solidFill>
                <a:highlight>
                  <a:srgbClr val="00FFFF"/>
                </a:highlight>
              </a:rPr>
              <a:t>dátové</a:t>
            </a:r>
            <a:r>
              <a:rPr lang="sk-SK" sz="2800" dirty="0">
                <a:solidFill>
                  <a:srgbClr val="C00000"/>
                </a:solidFill>
                <a:highlight>
                  <a:srgbClr val="00FFFF"/>
                </a:highlight>
              </a:rPr>
              <a:t> typy v Jave majú hodnoty bez identity.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851B4-3129-D5CB-BBCD-5F0998A3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40598A-1C4D-300A-1F3B-47CDFEE7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Objekt</a:t>
            </a:r>
            <a:endParaRPr lang="sk-SK" sz="4000" dirty="0">
              <a:solidFill>
                <a:srgbClr val="C0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3FE0612-F712-2961-E471-1CA76A44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131627" cy="4720998"/>
          </a:xfrm>
        </p:spPr>
        <p:txBody>
          <a:bodyPr>
            <a:normAutofit/>
          </a:bodyPr>
          <a:lstStyle/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má svoju identitu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 </a:t>
            </a:r>
            <a:r>
              <a:rPr lang="sk-SK" dirty="0"/>
              <a:t>- je jedinečná entita</a:t>
            </a:r>
          </a:p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nesie stav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 </a:t>
            </a:r>
            <a:r>
              <a:rPr lang="en-US" dirty="0">
                <a:solidFill>
                  <a:srgbClr val="C00000"/>
                </a:solidFill>
                <a:highlight>
                  <a:srgbClr val="00FFFF"/>
                </a:highlight>
              </a:rPr>
              <a:t>- </a:t>
            </a:r>
            <a:r>
              <a:rPr lang="en-US" dirty="0" err="1">
                <a:solidFill>
                  <a:srgbClr val="C00000"/>
                </a:solidFill>
                <a:highlight>
                  <a:srgbClr val="00FFFF"/>
                </a:highlight>
              </a:rPr>
              <a:t>atrib</a:t>
            </a:r>
            <a:r>
              <a:rPr lang="sk-SK" dirty="0" err="1">
                <a:solidFill>
                  <a:srgbClr val="C00000"/>
                </a:solidFill>
                <a:highlight>
                  <a:srgbClr val="00FFFF"/>
                </a:highlight>
              </a:rPr>
              <a:t>úty</a:t>
            </a:r>
            <a:r>
              <a:rPr lang="sk-SK" dirty="0"/>
              <a:t> - má svoje konkrétne hodnoty </a:t>
            </a:r>
          </a:p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poskytuje správanie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 - metódy</a:t>
            </a:r>
            <a:r>
              <a:rPr lang="sk-SK" dirty="0"/>
              <a:t> - poskytuje metódy, ktoré môžeme nad objektom volať</a:t>
            </a:r>
          </a:p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je inštanciou triedy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 </a:t>
            </a:r>
            <a:r>
              <a:rPr lang="sk-SK" dirty="0"/>
              <a:t>- je konkrétnym výtvorom z abstraktného návrhu triedy</a:t>
            </a:r>
          </a:p>
        </p:txBody>
      </p:sp>
    </p:spTree>
    <p:extLst>
      <p:ext uri="{BB962C8B-B14F-4D97-AF65-F5344CB8AC3E}">
        <p14:creationId xmlns:p14="http://schemas.microsoft.com/office/powerpoint/2010/main" val="101348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417AD-8326-5717-75DB-12AE0B93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18F9DC-AB39-38A4-4AF5-748CB9AA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Objekt</a:t>
            </a:r>
            <a:endParaRPr lang="sk-SK" sz="40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88A9A76-6170-B92F-C83C-13AE9838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131627" cy="4720998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Nové objekty vytvárame pomocou operátora 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</a:p>
          <a:p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==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porovnáva objekty podľa identity, primitívne typy podľa hodnoty</a:t>
            </a:r>
          </a:p>
          <a:p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 porovnáva objekty podľa hodnoty</a:t>
            </a:r>
          </a:p>
        </p:txBody>
      </p:sp>
    </p:spTree>
    <p:extLst>
      <p:ext uri="{BB962C8B-B14F-4D97-AF65-F5344CB8AC3E}">
        <p14:creationId xmlns:p14="http://schemas.microsoft.com/office/powerpoint/2010/main" val="357966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1AFEE-E3E4-12B2-4999-BC712D24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D0D3C1-45E0-EA08-18E3-D8D7422D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Príkazy a výrazy</a:t>
            </a:r>
            <a:endParaRPr lang="sk-SK" sz="4000" dirty="0">
              <a:solidFill>
                <a:srgbClr val="C0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3B5C686-5C9D-A853-D920-876305647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131627" cy="4720998"/>
          </a:xfrm>
        </p:spPr>
        <p:txBody>
          <a:bodyPr>
            <a:normAutofit/>
          </a:bodyPr>
          <a:lstStyle/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Výraz </a:t>
            </a:r>
            <a:r>
              <a:rPr lang="sk-SK" b="1" i="1" dirty="0">
                <a:solidFill>
                  <a:srgbClr val="C00000"/>
                </a:solidFill>
                <a:highlight>
                  <a:srgbClr val="00FFFF"/>
                </a:highlight>
              </a:rPr>
              <a:t>(</a:t>
            </a:r>
            <a:r>
              <a:rPr lang="sk-SK" b="1" i="1" dirty="0" err="1">
                <a:solidFill>
                  <a:srgbClr val="C00000"/>
                </a:solidFill>
                <a:highlight>
                  <a:srgbClr val="00FFFF"/>
                </a:highlight>
              </a:rPr>
              <a:t>expression</a:t>
            </a:r>
            <a:r>
              <a:rPr lang="sk-SK" b="1" i="1" dirty="0">
                <a:solidFill>
                  <a:srgbClr val="C00000"/>
                </a:solidFill>
                <a:highlight>
                  <a:srgbClr val="00FFFF"/>
                </a:highlight>
              </a:rPr>
              <a:t>) 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po vyhodnotení vráti hodnotu</a:t>
            </a:r>
          </a:p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Výrazy môžu byť súčasťou príkazov</a:t>
            </a:r>
          </a:p>
          <a:p>
            <a:endParaRPr lang="sk-SK" dirty="0">
              <a:solidFill>
                <a:srgbClr val="C00000"/>
              </a:solidFill>
              <a:highlight>
                <a:srgbClr val="00FFFF"/>
              </a:highlight>
            </a:endParaRPr>
          </a:p>
          <a:p>
            <a:r>
              <a:rPr lang="sk-SK" b="1" dirty="0">
                <a:solidFill>
                  <a:srgbClr val="C00000"/>
                </a:solidFill>
                <a:highlight>
                  <a:srgbClr val="00FFFF"/>
                </a:highlight>
              </a:rPr>
              <a:t>Príkaz </a:t>
            </a:r>
            <a:r>
              <a:rPr lang="sk-SK" b="1" i="1" dirty="0">
                <a:solidFill>
                  <a:srgbClr val="C00000"/>
                </a:solidFill>
                <a:highlight>
                  <a:srgbClr val="00FFFF"/>
                </a:highlight>
              </a:rPr>
              <a:t>(</a:t>
            </a:r>
            <a:r>
              <a:rPr lang="sk-SK" b="1" i="1" dirty="0" err="1">
                <a:solidFill>
                  <a:srgbClr val="C00000"/>
                </a:solidFill>
                <a:highlight>
                  <a:srgbClr val="00FFFF"/>
                </a:highlight>
              </a:rPr>
              <a:t>statement</a:t>
            </a:r>
            <a:r>
              <a:rPr lang="sk-SK" b="1" i="1" dirty="0">
                <a:solidFill>
                  <a:srgbClr val="C00000"/>
                </a:solidFill>
                <a:highlight>
                  <a:srgbClr val="00FFFF"/>
                </a:highlight>
              </a:rPr>
              <a:t>) </a:t>
            </a:r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je samostatná jednotka vykonania, ktorá niečo robí</a:t>
            </a:r>
          </a:p>
          <a:p>
            <a:r>
              <a:rPr lang="sk-SK" dirty="0">
                <a:solidFill>
                  <a:srgbClr val="C00000"/>
                </a:solidFill>
                <a:highlight>
                  <a:srgbClr val="00FFFF"/>
                </a:highlight>
              </a:rPr>
              <a:t>Príkazy nevracajú hodnotu</a:t>
            </a:r>
          </a:p>
          <a:p>
            <a:r>
              <a:rPr lang="sk-SK" dirty="0"/>
              <a:t>Príkazy končia bodkočiarkou, alebo blokom kódu v zložených zátvorkách</a:t>
            </a:r>
          </a:p>
        </p:txBody>
      </p:sp>
    </p:spTree>
    <p:extLst>
      <p:ext uri="{BB962C8B-B14F-4D97-AF65-F5344CB8AC3E}">
        <p14:creationId xmlns:p14="http://schemas.microsoft.com/office/powerpoint/2010/main" val="317909880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</TotalTime>
  <Words>169</Words>
  <Application>Microsoft Office PowerPoint</Application>
  <PresentationFormat>Širokouhlá</PresentationFormat>
  <Paragraphs>31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3</vt:lpstr>
      <vt:lpstr>Identita</vt:lpstr>
      <vt:lpstr>Objekt</vt:lpstr>
      <vt:lpstr>Objekt</vt:lpstr>
      <vt:lpstr>Príkazy a výrazy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11</cp:revision>
  <dcterms:created xsi:type="dcterms:W3CDTF">2025-09-05T09:09:34Z</dcterms:created>
  <dcterms:modified xsi:type="dcterms:W3CDTF">2026-09-15T20:41:41Z</dcterms:modified>
</cp:coreProperties>
</file>
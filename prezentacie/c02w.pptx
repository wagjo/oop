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74" r:id="rId4"/>
    <p:sldId id="269" r:id="rId5"/>
    <p:sldId id="275" r:id="rId6"/>
    <p:sldId id="276" r:id="rId7"/>
    <p:sldId id="281" r:id="rId8"/>
    <p:sldId id="277" r:id="rId9"/>
    <p:sldId id="278" r:id="rId10"/>
    <p:sldId id="279" r:id="rId11"/>
    <p:sldId id="28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Cvičenie 2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Statická metóda </a:t>
            </a:r>
            <a:r>
              <a:rPr lang="sk-SK" dirty="0" err="1"/>
              <a:t>main</a:t>
            </a:r>
            <a:r>
              <a:rPr lang="sk-SK" dirty="0"/>
              <a:t>()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Reťazce znakov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Vstup a výstup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Formátovanie výstupu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Podmienky a cykly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B7D7F-1465-F4D8-A5AA-8AE0E1732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AFA8CAF-912F-42AE-4E85-2A7A0F2B6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6" y="1845734"/>
            <a:ext cx="9437913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sz="2800" dirty="0" err="1">
                <a:highlight>
                  <a:srgbClr val="00FFFF"/>
                </a:highlight>
              </a:rPr>
              <a:t>Entry</a:t>
            </a:r>
            <a:r>
              <a:rPr lang="sk-SK" sz="2800" dirty="0">
                <a:highlight>
                  <a:srgbClr val="00FFFF"/>
                </a:highlight>
              </a:rPr>
              <a:t> point programu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statická metóda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args</a:t>
            </a:r>
            <a:r>
              <a:rPr lang="sk-SK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keď skončí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sz="2800" dirty="0">
                <a:highlight>
                  <a:srgbClr val="00FFFF"/>
                </a:highlight>
              </a:rPr>
              <a:t>, skončí sa aj program</a:t>
            </a:r>
          </a:p>
          <a:p>
            <a:pPr lvl="1">
              <a:spcBef>
                <a:spcPts val="1200"/>
              </a:spcBef>
            </a:pPr>
            <a:endParaRPr lang="sk-SK" sz="2800" dirty="0"/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args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Hello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world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!");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200"/>
              </a:spcBef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BD34ACD-671C-B494-A3B2-74F7B7D99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6921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671" y="1845734"/>
            <a:ext cx="8649930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sz="2800" dirty="0"/>
              <a:t>Funkcie v Jave sú vnútri tried a nazývajú sa metódy.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Trieda je šablóna, alebo plán, podľa ktorého sa vytvárajú objekty. 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fr-FR" sz="2800" dirty="0" err="1">
                <a:highlight>
                  <a:srgbClr val="00FFFF"/>
                </a:highlight>
              </a:rPr>
              <a:t>Statické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fr-FR" sz="2800" dirty="0" err="1">
                <a:highlight>
                  <a:srgbClr val="00FFFF"/>
                </a:highlight>
              </a:rPr>
              <a:t>metódy</a:t>
            </a:r>
            <a:r>
              <a:rPr lang="fr-FR" sz="2800" dirty="0">
                <a:highlight>
                  <a:srgbClr val="00FFFF"/>
                </a:highlight>
              </a:rPr>
              <a:t> - </a:t>
            </a:r>
            <a:r>
              <a:rPr lang="fr-FR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endParaRPr lang="fr-FR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spcBef>
                <a:spcPts val="1200"/>
              </a:spcBef>
            </a:pPr>
            <a:r>
              <a:rPr lang="fr-FR" sz="2800" dirty="0" err="1">
                <a:highlight>
                  <a:srgbClr val="00FFFF"/>
                </a:highlight>
              </a:rPr>
              <a:t>Patria</a:t>
            </a:r>
            <a:r>
              <a:rPr lang="fr-FR" sz="2800" dirty="0">
                <a:highlight>
                  <a:srgbClr val="00FFFF"/>
                </a:highlight>
              </a:rPr>
              <a:t> do </a:t>
            </a:r>
            <a:r>
              <a:rPr lang="sk-SK" sz="2800" dirty="0">
                <a:highlight>
                  <a:srgbClr val="00FFFF"/>
                </a:highlight>
              </a:rPr>
              <a:t>konkrétnej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fr-FR" sz="2800" dirty="0" err="1">
                <a:highlight>
                  <a:srgbClr val="00FFFF"/>
                </a:highlight>
              </a:rPr>
              <a:t>triedy</a:t>
            </a:r>
            <a:endParaRPr lang="fr-FR" sz="2800" dirty="0">
              <a:highlight>
                <a:srgbClr val="00FFFF"/>
              </a:highlight>
            </a:endParaRPr>
          </a:p>
          <a:p>
            <a:pPr lvl="1">
              <a:spcBef>
                <a:spcPts val="1200"/>
              </a:spcBef>
            </a:pPr>
            <a:r>
              <a:rPr lang="fr-FR" sz="2800" dirty="0" err="1">
                <a:highlight>
                  <a:srgbClr val="00FFFF"/>
                </a:highlight>
              </a:rPr>
              <a:t>Viem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fr-FR" sz="2800" dirty="0" err="1">
                <a:highlight>
                  <a:srgbClr val="00FFFF"/>
                </a:highlight>
              </a:rPr>
              <a:t>ich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fr-FR" sz="2800" dirty="0" err="1">
                <a:highlight>
                  <a:srgbClr val="00FFFF"/>
                </a:highlight>
              </a:rPr>
              <a:t>volať</a:t>
            </a:r>
            <a:r>
              <a:rPr lang="fr-FR" sz="2800" dirty="0">
                <a:highlight>
                  <a:srgbClr val="00FFFF"/>
                </a:highlight>
              </a:rPr>
              <a:t> </a:t>
            </a:r>
            <a:r>
              <a:rPr lang="fr-FR" sz="2800" dirty="0" err="1">
                <a:highlight>
                  <a:srgbClr val="00FFFF"/>
                </a:highlight>
              </a:rPr>
              <a:t>nezávisle</a:t>
            </a:r>
            <a:r>
              <a:rPr lang="fr-FR" sz="2800" dirty="0">
                <a:highlight>
                  <a:srgbClr val="00FFFF"/>
                </a:highlight>
              </a:rPr>
              <a:t> na </a:t>
            </a:r>
            <a:r>
              <a:rPr lang="fr-FR" sz="2800" dirty="0" err="1">
                <a:highlight>
                  <a:srgbClr val="00FFFF"/>
                </a:highlight>
              </a:rPr>
              <a:t>objekte</a:t>
            </a:r>
            <a:endParaRPr lang="sk-SK" sz="2800" dirty="0">
              <a:highlight>
                <a:srgbClr val="00FFFF"/>
              </a:highlight>
            </a:endParaRPr>
          </a:p>
          <a:p>
            <a:pPr>
              <a:spcBef>
                <a:spcPts val="1200"/>
              </a:spcBef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DFAF81-FEA2-4808-2548-941EE071D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D40982F-EFA3-A834-016C-21B859D58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6" y="1845734"/>
            <a:ext cx="7815943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sz="2800" dirty="0"/>
              <a:t>Štruktúra kódu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Metódy sú v triedach, každá trieda má svoj </a:t>
            </a:r>
            <a:r>
              <a:rPr lang="sk-SK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java</a:t>
            </a:r>
            <a:r>
              <a:rPr lang="en-US" sz="2800" dirty="0">
                <a:solidFill>
                  <a:srgbClr val="C00000"/>
                </a:solidFill>
                <a:highlight>
                  <a:srgbClr val="00FFFF"/>
                </a:highlight>
              </a:rPr>
              <a:t> </a:t>
            </a:r>
            <a:r>
              <a:rPr lang="en-US" sz="2800" dirty="0">
                <a:highlight>
                  <a:srgbClr val="00FFFF"/>
                </a:highlight>
              </a:rPr>
              <a:t>s</a:t>
            </a:r>
            <a:r>
              <a:rPr lang="sk-SK" sz="2800" dirty="0">
                <a:highlight>
                  <a:srgbClr val="00FFFF"/>
                </a:highlight>
              </a:rPr>
              <a:t>úbor s rovnakým názvom ako trieda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Triedy sú v balíkoch, každý balík má svoj priečinok s rovnakým názvom ako balík</a:t>
            </a:r>
            <a:endParaRPr lang="sk-SK" sz="2800" dirty="0">
              <a:highlight>
                <a:srgbClr val="00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2A28B8EF-5F42-F73C-05E6-46D795D9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01157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91BF1-9E5A-91B8-2005-EFA32CD94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4A64650-4B28-59DF-BB04-01689E2FC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884" y="2022715"/>
            <a:ext cx="10599173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00FFFF"/>
                </a:highlight>
              </a:rPr>
              <a:t>Reťazce znakov</a:t>
            </a:r>
            <a:r>
              <a:rPr lang="en-US" dirty="0">
                <a:highlight>
                  <a:srgbClr val="00FFFF"/>
                </a:highlight>
              </a:rPr>
              <a:t> –  </a:t>
            </a:r>
            <a:r>
              <a:rPr lang="sk-SK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endParaRPr lang="sk-SK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reťazec je nemeniteľný objekt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highlight>
                <a:srgbClr val="00FFFF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00FFFF"/>
                </a:highlight>
              </a:rPr>
              <a:t>Výstup na obrazovku 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pomocou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endParaRPr lang="en-US" sz="2800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spcBef>
                <a:spcPts val="1200"/>
              </a:spcBef>
            </a:pP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printf</a:t>
            </a:r>
            <a:r>
              <a:rPr lang="sk-SK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 </a:t>
            </a:r>
            <a:r>
              <a:rPr lang="en-US" sz="2800" dirty="0">
                <a:highlight>
                  <a:srgbClr val="00FFFF"/>
                </a:highlight>
              </a:rPr>
              <a:t>– </a:t>
            </a:r>
            <a:r>
              <a:rPr lang="sk-SK" sz="2800" dirty="0">
                <a:highlight>
                  <a:srgbClr val="00FFFF"/>
                </a:highlight>
              </a:rPr>
              <a:t>formátovanie pomocou značiek </a:t>
            </a:r>
            <a:r>
              <a:rPr lang="en-US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%d</a:t>
            </a:r>
            <a:r>
              <a:rPr lang="en-US" sz="2800" dirty="0">
                <a:highlight>
                  <a:srgbClr val="00FFFF"/>
                </a:highlight>
              </a:rPr>
              <a:t>, </a:t>
            </a:r>
            <a:r>
              <a:rPr lang="en-US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%s</a:t>
            </a:r>
            <a:r>
              <a:rPr lang="en-US" sz="2800" dirty="0">
                <a:highlight>
                  <a:srgbClr val="00FFFF"/>
                </a:highlight>
              </a:rPr>
              <a:t>, </a:t>
            </a:r>
            <a:r>
              <a:rPr lang="en-US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%f</a:t>
            </a:r>
            <a:r>
              <a:rPr lang="en-US" sz="2800" dirty="0">
                <a:highlight>
                  <a:srgbClr val="00FFFF"/>
                </a:highlight>
              </a:rPr>
              <a:t>, </a:t>
            </a:r>
            <a:r>
              <a:rPr lang="en-US" sz="28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%c</a:t>
            </a:r>
            <a:r>
              <a:rPr lang="en-US" sz="2800" dirty="0">
                <a:highlight>
                  <a:srgbClr val="00FFFF"/>
                </a:highlight>
              </a:rPr>
              <a:t>, …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00FFFF"/>
                </a:highlight>
              </a:rPr>
              <a:t>Vstup z klávesnice 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highlight>
                  <a:srgbClr val="00FFFF"/>
                </a:highlight>
              </a:rPr>
              <a:t>pomocou </a:t>
            </a:r>
            <a:r>
              <a:rPr lang="sk-SK" sz="28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java.util.Scanner</a:t>
            </a:r>
            <a:endParaRPr lang="sk-SK" sz="2800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9F40A1A9-D58A-BA60-BE9B-540521F74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2659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A3D94F-5789-505C-095E-07A1B0DE6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9EC6EDE-2BF4-EF6D-6FBC-C29902AF3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ighlight>
                  <a:srgbClr val="00FFFF"/>
                </a:highlight>
              </a:rPr>
              <a:t>Podmienky</a:t>
            </a:r>
            <a:r>
              <a:rPr lang="en-US" dirty="0">
                <a:highlight>
                  <a:srgbClr val="00FFFF"/>
                </a:highlight>
              </a:rPr>
              <a:t> – </a:t>
            </a:r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en-US" dirty="0">
                <a:highlight>
                  <a:srgbClr val="00FFFF"/>
                </a:highlight>
              </a:rPr>
              <a:t>, </a:t>
            </a:r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else</a:t>
            </a:r>
          </a:p>
          <a:p>
            <a:r>
              <a:rPr lang="en-US" dirty="0" err="1">
                <a:highlight>
                  <a:srgbClr val="00FFFF"/>
                </a:highlight>
              </a:rPr>
              <a:t>Cykly</a:t>
            </a:r>
            <a:r>
              <a:rPr lang="en-US" dirty="0">
                <a:highlight>
                  <a:srgbClr val="00FFFF"/>
                </a:highlight>
              </a:rPr>
              <a:t> – </a:t>
            </a:r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en-US" dirty="0">
                <a:highlight>
                  <a:srgbClr val="00FFFF"/>
                </a:highlight>
              </a:rPr>
              <a:t>, </a:t>
            </a:r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</a:p>
        </p:txBody>
      </p:sp>
    </p:spTree>
    <p:extLst>
      <p:ext uri="{BB962C8B-B14F-4D97-AF65-F5344CB8AC3E}">
        <p14:creationId xmlns:p14="http://schemas.microsoft.com/office/powerpoint/2010/main" val="1757874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539012-09E9-ACF2-91F4-1ED892295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F12483B-3F8C-DDD8-5954-C6F6444C3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2971" y="1464734"/>
            <a:ext cx="7815943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Základné vetvenie pomocou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if-else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znamka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3;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znamka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== 1)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("Výborný");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else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znamka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== 2)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("Chválitebný");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else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znamka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== 3)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("Dobrý");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else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("Neúspešný");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DA4F854B-8A12-19B1-2684-E8F7950F7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Vetvenie</a:t>
            </a:r>
          </a:p>
        </p:txBody>
      </p:sp>
    </p:spTree>
    <p:extLst>
      <p:ext uri="{BB962C8B-B14F-4D97-AF65-F5344CB8AC3E}">
        <p14:creationId xmlns:p14="http://schemas.microsoft.com/office/powerpoint/2010/main" val="662877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07C51-3EBC-C0AC-512E-67DA244F7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A000F48-1036-7EAD-25E2-8E656186C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28" y="1573591"/>
            <a:ext cx="9851572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 err="1"/>
              <a:t>Ternárny</a:t>
            </a:r>
            <a:r>
              <a:rPr lang="sk-SK" dirty="0"/>
              <a:t> operátor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podmienka ?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hodnota_ak_true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hodnota_ak_false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vek = 20;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typ = (vek &gt;= 18) ? "dospelý" : "mladý";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(typ);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803FC9C0-A0D3-C54B-19C1-D8EC38D2D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Vetvenie</a:t>
            </a:r>
          </a:p>
        </p:txBody>
      </p:sp>
    </p:spTree>
    <p:extLst>
      <p:ext uri="{BB962C8B-B14F-4D97-AF65-F5344CB8AC3E}">
        <p14:creationId xmlns:p14="http://schemas.microsoft.com/office/powerpoint/2010/main" val="2326873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3C45A-404A-F8E1-90CA-F992F3FFD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3CB0AB9-7055-65C9-8673-2397DE68E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28" y="1573591"/>
            <a:ext cx="9851572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Cyklus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dirty="0"/>
              <a:t> sa používa, keď dopredu vieme, koľkokrát sa má cyklus opakovať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(inicializácia; podmienka; aktualizácia)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// telo cyklu - kód, ktorý sa opakuje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C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for (int i = 0; i &lt; 5; i++)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    System.out.println("i = " + i);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F1344CA6-2CA1-9017-D393-77EAA0BEB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Cyklus</a:t>
            </a:r>
          </a:p>
        </p:txBody>
      </p:sp>
    </p:spTree>
    <p:extLst>
      <p:ext uri="{BB962C8B-B14F-4D97-AF65-F5344CB8AC3E}">
        <p14:creationId xmlns:p14="http://schemas.microsoft.com/office/powerpoint/2010/main" val="3150143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C6E81-B407-0371-99AE-FE50617CD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664A71B-0757-EFD6-7385-7E805DEA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228" y="1573591"/>
            <a:ext cx="9851572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Cyklus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sk-SK" dirty="0"/>
              <a:t> sa </a:t>
            </a:r>
            <a:r>
              <a:rPr lang="pl-PL" dirty="0"/>
              <a:t>opakuje, </a:t>
            </a:r>
            <a:r>
              <a:rPr lang="pl-PL" dirty="0" err="1"/>
              <a:t>kým</a:t>
            </a:r>
            <a:r>
              <a:rPr lang="pl-PL" dirty="0"/>
              <a:t> je </a:t>
            </a:r>
            <a:r>
              <a:rPr lang="pl-PL" dirty="0" err="1"/>
              <a:t>podmienka</a:t>
            </a:r>
            <a:r>
              <a:rPr lang="pl-PL" dirty="0"/>
              <a:t> </a:t>
            </a:r>
            <a:r>
              <a:rPr lang="pl-PL" dirty="0" err="1"/>
              <a:t>pravdivá</a:t>
            </a:r>
            <a:endParaRPr lang="sk-SK" dirty="0"/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int i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while (i &lt; 5)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    System.out.println("i = " + i);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    i++;</a:t>
            </a:r>
          </a:p>
          <a:p>
            <a:pPr marL="0" indent="0">
              <a:spcBef>
                <a:spcPts val="0"/>
              </a:spcBef>
              <a:buNone/>
            </a:pPr>
            <a:r>
              <a:rPr lang="nn-NO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829537DF-8C1D-E747-57FC-94F4E0EAF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Cyklus</a:t>
            </a:r>
          </a:p>
        </p:txBody>
      </p:sp>
    </p:spTree>
    <p:extLst>
      <p:ext uri="{BB962C8B-B14F-4D97-AF65-F5344CB8AC3E}">
        <p14:creationId xmlns:p14="http://schemas.microsoft.com/office/powerpoint/2010/main" val="1129696589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592</TotalTime>
  <Words>440</Words>
  <Application>Microsoft Office PowerPoint</Application>
  <PresentationFormat>Širokouhlá</PresentationFormat>
  <Paragraphs>77</Paragraphs>
  <Slides>11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Cvičenie 2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Vetvenie</vt:lpstr>
      <vt:lpstr>Vetvenie</vt:lpstr>
      <vt:lpstr>Cyklus</vt:lpstr>
      <vt:lpstr>Cyklus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19</cp:revision>
  <dcterms:created xsi:type="dcterms:W3CDTF">2025-09-05T09:09:34Z</dcterms:created>
  <dcterms:modified xsi:type="dcterms:W3CDTF">2026-09-08T20:42:10Z</dcterms:modified>
</cp:coreProperties>
</file>
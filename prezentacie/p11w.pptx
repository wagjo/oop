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96" r:id="rId1"/>
  </p:sldMasterIdLst>
  <p:sldIdLst>
    <p:sldId id="266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21. 11. 2025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21. 11. 2025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21. 11. 2025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21. 11. 2025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21. 11. 2025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21. 11. 2025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21. 11. 2025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21. 11. 2025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21. 11. 2025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21. 11. 2025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21. 11. 2025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21. 11. 2025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br>
              <a:rPr lang="en-US" sz="4000" dirty="0"/>
            </a:br>
            <a:r>
              <a:rPr lang="en-US" sz="4000" dirty="0"/>
              <a:t>- </a:t>
            </a:r>
            <a:r>
              <a:rPr lang="en-US" sz="4000" i="1" dirty="0" err="1"/>
              <a:t>pokro</a:t>
            </a:r>
            <a:r>
              <a:rPr lang="sk-SK" sz="4000" i="1" dirty="0" err="1"/>
              <a:t>čilí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OPGP  Pokročilí</a:t>
            </a:r>
            <a:r>
              <a:rPr lang="en-US" sz="4000" dirty="0"/>
              <a:t> 11</a:t>
            </a:r>
            <a:br>
              <a:rPr lang="en-US" sz="4000" dirty="0"/>
            </a:b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7" y="1338729"/>
            <a:ext cx="5264703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Zapuzdrenie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Modifik</a:t>
            </a:r>
            <a:r>
              <a:rPr lang="sk-SK" dirty="0" err="1"/>
              <a:t>átory</a:t>
            </a:r>
            <a:r>
              <a:rPr lang="sk-SK" dirty="0"/>
              <a:t> prístupu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Property</a:t>
            </a:r>
            <a:endParaRPr lang="sk-SK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Hra adventúra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B952C-DEB0-F05A-6099-A8BDC351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1B4840-2877-41AB-3F4C-3F6D130D5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3"/>
            <a:ext cx="8486937" cy="1839298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Objekt v sebe spája stav (atribúty) a správanie (metódy) do jedného celku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Zapuzdrenie sa používa na skrytie interných detailov objektu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916E66A-BCC7-CD34-6629-ED8AD7BB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Zapuzdrenie</a:t>
            </a:r>
          </a:p>
        </p:txBody>
      </p:sp>
      <p:sp>
        <p:nvSpPr>
          <p:cNvPr id="2" name="Nadpis 4">
            <a:extLst>
              <a:ext uri="{FF2B5EF4-FFF2-40B4-BE49-F238E27FC236}">
                <a16:creationId xmlns:a16="http://schemas.microsoft.com/office/drawing/2014/main" id="{EDF955D6-D6BB-E5D4-62E3-D39515248176}"/>
              </a:ext>
            </a:extLst>
          </p:cNvPr>
          <p:cNvSpPr txBox="1">
            <a:spLocks/>
          </p:cNvSpPr>
          <p:nvPr/>
        </p:nvSpPr>
        <p:spPr>
          <a:xfrm>
            <a:off x="754161" y="34290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dirty="0"/>
              <a:t>Modifikátory prístupu</a:t>
            </a:r>
          </a:p>
        </p:txBody>
      </p:sp>
      <p:sp>
        <p:nvSpPr>
          <p:cNvPr id="4" name="Zástupný objekt pre obsah 2">
            <a:extLst>
              <a:ext uri="{FF2B5EF4-FFF2-40B4-BE49-F238E27FC236}">
                <a16:creationId xmlns:a16="http://schemas.microsoft.com/office/drawing/2014/main" id="{FCF09946-62DF-300D-5C06-79F4F682EEF6}"/>
              </a:ext>
            </a:extLst>
          </p:cNvPr>
          <p:cNvSpPr txBox="1">
            <a:spLocks/>
          </p:cNvSpPr>
          <p:nvPr/>
        </p:nvSpPr>
        <p:spPr>
          <a:xfrm>
            <a:off x="922239" y="4549311"/>
            <a:ext cx="8486937" cy="18392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sk-SK" dirty="0"/>
              <a:t>Základné zapuzdrenie je riešené pomocou obmedzenia prístupu k atribútom a metódam triedy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Interné (</a:t>
            </a:r>
            <a:r>
              <a:rPr lang="sk-SK" dirty="0" err="1"/>
              <a:t>protected</a:t>
            </a:r>
            <a:r>
              <a:rPr lang="sk-SK" dirty="0"/>
              <a:t>) a súkromné (</a:t>
            </a:r>
            <a:r>
              <a:rPr lang="sk-SK" dirty="0" err="1"/>
              <a:t>private</a:t>
            </a:r>
            <a:r>
              <a:rPr lang="sk-SK" dirty="0"/>
              <a:t>) atribúty a metódy majú </a:t>
            </a:r>
            <a:r>
              <a:rPr lang="sk-SK" dirty="0" err="1"/>
              <a:t>podčiarníky</a:t>
            </a:r>
            <a:r>
              <a:rPr lang="sk-SK" dirty="0"/>
              <a:t> v názve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53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A3543F-7EB0-2776-E718-8A879EB19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57F554B-0241-F81D-A0DF-0EB31990A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2"/>
            <a:ext cx="10431561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Je zvykom atribúty nezverejňovať, ale mať ich súkromné (</a:t>
            </a:r>
            <a:r>
              <a:rPr lang="sk-SK" dirty="0" err="1"/>
              <a:t>private</a:t>
            </a:r>
            <a:r>
              <a:rPr lang="sk-SK" dirty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Na prístup k súkromným atribútom sa vytvárajú </a:t>
            </a:r>
            <a:r>
              <a:rPr lang="sk-SK" dirty="0" err="1"/>
              <a:t>getter</a:t>
            </a:r>
            <a:r>
              <a:rPr lang="sk-SK" dirty="0"/>
              <a:t> a </a:t>
            </a:r>
            <a:r>
              <a:rPr lang="sk-SK" dirty="0" err="1"/>
              <a:t>setter</a:t>
            </a:r>
            <a:r>
              <a:rPr lang="sk-SK" dirty="0"/>
              <a:t> metódy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Vieme ich </a:t>
            </a:r>
            <a:r>
              <a:rPr lang="sk-SK" dirty="0" err="1"/>
              <a:t>naimplementovať</a:t>
            </a:r>
            <a:r>
              <a:rPr lang="sk-SK" dirty="0"/>
              <a:t> pomocou obyčajných inštančných metód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1E64CADF-C682-0256-AB1D-7C90308C4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Getter</a:t>
            </a:r>
            <a:r>
              <a:rPr lang="sk-SK" dirty="0"/>
              <a:t>, </a:t>
            </a:r>
            <a:r>
              <a:rPr lang="sk-SK" dirty="0" err="1"/>
              <a:t>Setter</a:t>
            </a:r>
            <a:r>
              <a:rPr lang="sk-SK" dirty="0"/>
              <a:t> a </a:t>
            </a:r>
            <a:r>
              <a:rPr lang="sk-SK" dirty="0" err="1"/>
              <a:t>Deleter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061600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A6E077-7E1D-3C08-FB6B-13141FD61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1624F04-DED5-0940-DB24-391E9C2A1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015" y="1489118"/>
            <a:ext cx="7270785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Osoba: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__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init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__(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meno):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._meno = meno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get_meno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._meno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set_meno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meno):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not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meno: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raise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ValueError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("Meno chýba")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._meno = meno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95F7E574-183B-1724-005B-A714154DD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Getter</a:t>
            </a:r>
            <a:r>
              <a:rPr lang="sk-SK" dirty="0"/>
              <a:t>, </a:t>
            </a:r>
            <a:r>
              <a:rPr lang="sk-SK" dirty="0" err="1"/>
              <a:t>Setter</a:t>
            </a:r>
            <a:r>
              <a:rPr lang="sk-SK" dirty="0"/>
              <a:t> a </a:t>
            </a:r>
            <a:r>
              <a:rPr lang="sk-SK" dirty="0" err="1"/>
              <a:t>Deleter</a:t>
            </a:r>
            <a:endParaRPr lang="sk-SK" dirty="0"/>
          </a:p>
        </p:txBody>
      </p:sp>
      <p:cxnSp>
        <p:nvCxnSpPr>
          <p:cNvPr id="4" name="Rovná spojnica 3">
            <a:extLst>
              <a:ext uri="{FF2B5EF4-FFF2-40B4-BE49-F238E27FC236}">
                <a16:creationId xmlns:a16="http://schemas.microsoft.com/office/drawing/2014/main" id="{48365201-0A3E-F8A6-601B-AF0ABB3B83C1}"/>
              </a:ext>
            </a:extLst>
          </p:cNvPr>
          <p:cNvCxnSpPr/>
          <p:nvPr/>
        </p:nvCxnSpPr>
        <p:spPr>
          <a:xfrm>
            <a:off x="7543800" y="1390523"/>
            <a:ext cx="0" cy="50017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F80FD884-E29A-D2BF-10EB-90BBC8C3C09C}"/>
              </a:ext>
            </a:extLst>
          </p:cNvPr>
          <p:cNvSpPr txBox="1">
            <a:spLocks/>
          </p:cNvSpPr>
          <p:nvPr/>
        </p:nvSpPr>
        <p:spPr>
          <a:xfrm>
            <a:off x="7718408" y="1489117"/>
            <a:ext cx="4200578" cy="49031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fero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Osoba("Fero")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fero.get_meno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())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fero.set_meno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Jozo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")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fero.get_meno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829714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40B573-B584-5F84-1FFF-48FBD7A15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3364AE-5F35-118C-E71F-DA48F156C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2"/>
            <a:ext cx="10431561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Elegantnejší spôsob na </a:t>
            </a:r>
            <a:r>
              <a:rPr lang="sk-SK" dirty="0" err="1"/>
              <a:t>getter</a:t>
            </a:r>
            <a:r>
              <a:rPr lang="sk-SK" dirty="0"/>
              <a:t> a </a:t>
            </a:r>
            <a:r>
              <a:rPr lang="sk-SK" dirty="0" err="1"/>
              <a:t>setter</a:t>
            </a:r>
            <a:r>
              <a:rPr lang="sk-SK" dirty="0"/>
              <a:t> metódy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Akoby priamy prístup k atribútu, ale v skutočnosti sa budú volať </a:t>
            </a:r>
            <a:r>
              <a:rPr lang="sk-SK" dirty="0" err="1"/>
              <a:t>getter</a:t>
            </a:r>
            <a:r>
              <a:rPr lang="sk-SK" dirty="0"/>
              <a:t> a </a:t>
            </a:r>
            <a:r>
              <a:rPr lang="sk-SK" dirty="0" err="1"/>
              <a:t>setter</a:t>
            </a:r>
            <a:r>
              <a:rPr lang="sk-SK" dirty="0"/>
              <a:t> metódy</a:t>
            </a:r>
          </a:p>
          <a:p>
            <a:pPr lvl="1">
              <a:spcBef>
                <a:spcPts val="1200"/>
              </a:spcBef>
            </a:pPr>
            <a:r>
              <a:rPr lang="sk-SK" sz="2800" dirty="0" err="1"/>
              <a:t>getter</a:t>
            </a:r>
            <a:r>
              <a:rPr lang="sk-SK" sz="2800" dirty="0"/>
              <a:t> - </a:t>
            </a:r>
            <a:r>
              <a:rPr lang="sk-SK" sz="2800" dirty="0" err="1"/>
              <a:t>čitanie</a:t>
            </a:r>
            <a:r>
              <a:rPr lang="sk-SK" sz="2800" dirty="0"/>
              <a:t> hodnoty atribútu</a:t>
            </a:r>
          </a:p>
          <a:p>
            <a:pPr lvl="1">
              <a:spcBef>
                <a:spcPts val="1200"/>
              </a:spcBef>
            </a:pPr>
            <a:r>
              <a:rPr lang="sk-SK" sz="2800" dirty="0" err="1"/>
              <a:t>setter</a:t>
            </a:r>
            <a:r>
              <a:rPr lang="sk-SK" sz="2800" dirty="0"/>
              <a:t> - zápis hodnoty do atribútu</a:t>
            </a:r>
          </a:p>
          <a:p>
            <a:pPr lvl="1">
              <a:spcBef>
                <a:spcPts val="1200"/>
              </a:spcBef>
            </a:pPr>
            <a:r>
              <a:rPr lang="sk-SK" sz="2800" dirty="0" err="1"/>
              <a:t>deleter</a:t>
            </a:r>
            <a:r>
              <a:rPr lang="sk-SK" sz="2800" dirty="0"/>
              <a:t> - zmazanie atribútu pomocou del</a:t>
            </a:r>
          </a:p>
          <a:p>
            <a:pPr lvl="1">
              <a:spcBef>
                <a:spcPts val="1200"/>
              </a:spcBef>
            </a:pPr>
            <a:endParaRPr lang="sk-SK" sz="2800" dirty="0"/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atribut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property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fget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fset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fdel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doc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1DD35A3B-D226-11A1-1707-440EDE0E8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Property</a:t>
            </a:r>
            <a:r>
              <a:rPr lang="sk-S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3862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12F93C-388F-1C90-3767-2D4A1C204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1E18D20-4929-9C5F-7E00-9D33A7E9D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015" y="1489118"/>
            <a:ext cx="7270785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Osoba: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__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init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__(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meno):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._meno = meno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get_meno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._meno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set_meno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meno):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not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meno: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raise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ValueError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("Meno chýba")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._meno = meno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it-IT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meno = property(get_meno, set_meno)</a:t>
            </a:r>
            <a:endParaRPr lang="sk-SK" sz="2400" b="1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FF1031C4-82B4-DC40-FBEF-D426B60F6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Property</a:t>
            </a:r>
            <a:endParaRPr lang="sk-SK" dirty="0"/>
          </a:p>
        </p:txBody>
      </p:sp>
      <p:cxnSp>
        <p:nvCxnSpPr>
          <p:cNvPr id="4" name="Rovná spojnica 3">
            <a:extLst>
              <a:ext uri="{FF2B5EF4-FFF2-40B4-BE49-F238E27FC236}">
                <a16:creationId xmlns:a16="http://schemas.microsoft.com/office/drawing/2014/main" id="{47BE681B-DF4C-F053-092C-0C25B72E61D4}"/>
              </a:ext>
            </a:extLst>
          </p:cNvPr>
          <p:cNvCxnSpPr/>
          <p:nvPr/>
        </p:nvCxnSpPr>
        <p:spPr>
          <a:xfrm>
            <a:off x="7543800" y="1390523"/>
            <a:ext cx="0" cy="50017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057EEAA9-5389-E04E-D723-5E34A90791AE}"/>
              </a:ext>
            </a:extLst>
          </p:cNvPr>
          <p:cNvSpPr txBox="1">
            <a:spLocks/>
          </p:cNvSpPr>
          <p:nvPr/>
        </p:nvSpPr>
        <p:spPr>
          <a:xfrm>
            <a:off x="7718408" y="1489117"/>
            <a:ext cx="4200578" cy="49031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fero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Osoba("Fero")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fero.meno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fero.meno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Jozo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fero.meno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52386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5FBA9C-F0D7-3E53-3FF4-84B2F990E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B4F5BF2-927B-A0C3-5F66-0A46DA693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2"/>
            <a:ext cx="7856001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Syntax </a:t>
            </a:r>
            <a:r>
              <a:rPr lang="sk-SK" dirty="0" err="1"/>
              <a:t>sugar</a:t>
            </a:r>
            <a:endParaRPr lang="sk-SK" dirty="0"/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Elegantnejší spôsob na </a:t>
            </a:r>
            <a:r>
              <a:rPr lang="sk-SK" dirty="0" err="1"/>
              <a:t>getter</a:t>
            </a:r>
            <a:r>
              <a:rPr lang="sk-SK" dirty="0"/>
              <a:t> a </a:t>
            </a:r>
            <a:r>
              <a:rPr lang="sk-SK" dirty="0" err="1"/>
              <a:t>setter</a:t>
            </a:r>
            <a:r>
              <a:rPr lang="sk-SK" dirty="0"/>
              <a:t> metódy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@property</a:t>
            </a:r>
            <a:r>
              <a:rPr lang="sk-SK" dirty="0"/>
              <a:t>,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@atribut.setter</a:t>
            </a:r>
            <a:r>
              <a:rPr lang="sk-SK" dirty="0"/>
              <a:t>,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@atribut.deleter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b="1" dirty="0"/>
              <a:t>V kóde musí byť ako prvá uvedená </a:t>
            </a:r>
            <a:r>
              <a:rPr lang="sk-SK" b="1" dirty="0" err="1"/>
              <a:t>getter</a:t>
            </a:r>
            <a:r>
              <a:rPr lang="sk-SK" b="1" dirty="0"/>
              <a:t> metóda, pred </a:t>
            </a:r>
            <a:r>
              <a:rPr lang="sk-SK" b="1" dirty="0" err="1"/>
              <a:t>setter</a:t>
            </a:r>
            <a:r>
              <a:rPr lang="sk-SK" b="1" dirty="0"/>
              <a:t> a </a:t>
            </a:r>
            <a:r>
              <a:rPr lang="sk-SK" b="1" dirty="0" err="1"/>
              <a:t>deleter</a:t>
            </a:r>
            <a:r>
              <a:rPr lang="sk-SK" b="1" dirty="0"/>
              <a:t> metódami</a:t>
            </a:r>
            <a:endParaRPr lang="sk-SK" b="1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DDF987F6-3B33-4285-9639-3BBCE4F50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@p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roperty</a:t>
            </a:r>
            <a:r>
              <a:rPr lang="sk-SK" dirty="0"/>
              <a:t> </a:t>
            </a:r>
            <a:r>
              <a:rPr lang="sk-SK" dirty="0" err="1"/>
              <a:t>decorator</a:t>
            </a:r>
            <a:r>
              <a:rPr lang="sk-S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273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8CDF6F-86DB-5DED-50B8-71E1DD90F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178495D-F9E7-F9B3-2CFF-89C1D924F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015" y="1489118"/>
            <a:ext cx="7270785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Osoba: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__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init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__(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meno):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._meno = meno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@property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</a:t>
            </a:r>
            <a:endParaRPr lang="en-US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meno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._meno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@meno.setter</a:t>
            </a:r>
            <a:endParaRPr lang="sk-SK" sz="2400" b="1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meno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meno):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not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meno: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raise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ValueError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("Meno chýba")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._meno = meno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771FDB58-59D5-35F5-0BAF-79145AB74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@p</a:t>
            </a:r>
            <a:r>
              <a:rPr lang="sk-SK" dirty="0" err="1"/>
              <a:t>roperty</a:t>
            </a:r>
            <a:r>
              <a:rPr lang="en-US" dirty="0"/>
              <a:t> decorator</a:t>
            </a:r>
            <a:endParaRPr lang="sk-SK" dirty="0"/>
          </a:p>
        </p:txBody>
      </p:sp>
      <p:cxnSp>
        <p:nvCxnSpPr>
          <p:cNvPr id="4" name="Rovná spojnica 3">
            <a:extLst>
              <a:ext uri="{FF2B5EF4-FFF2-40B4-BE49-F238E27FC236}">
                <a16:creationId xmlns:a16="http://schemas.microsoft.com/office/drawing/2014/main" id="{0C51A234-C89E-9625-CEF6-594AAA1D92A6}"/>
              </a:ext>
            </a:extLst>
          </p:cNvPr>
          <p:cNvCxnSpPr/>
          <p:nvPr/>
        </p:nvCxnSpPr>
        <p:spPr>
          <a:xfrm>
            <a:off x="7543800" y="1390523"/>
            <a:ext cx="0" cy="50017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63C14CEE-D095-DD82-0DC1-1E5DFE050105}"/>
              </a:ext>
            </a:extLst>
          </p:cNvPr>
          <p:cNvSpPr txBox="1">
            <a:spLocks/>
          </p:cNvSpPr>
          <p:nvPr/>
        </p:nvSpPr>
        <p:spPr>
          <a:xfrm>
            <a:off x="7718408" y="1489117"/>
            <a:ext cx="4200578" cy="49031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fero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Osoba("Fero")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fero.meno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fero.meno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Jozo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fero.meno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2976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932430-F671-08E0-7A64-37AD41BC3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0AB407D-6607-58F1-7C92-302EBCD73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2"/>
            <a:ext cx="10718073" cy="49031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Hra v konzole, hráč sa pohybuje medzi miestnosťami</a:t>
            </a:r>
          </a:p>
          <a:p>
            <a:pPr marL="0" indent="0">
              <a:buNone/>
            </a:pPr>
            <a:r>
              <a:rPr lang="sk-SK" dirty="0"/>
              <a:t>Hra čaká na náš príkaz. Príkazy sa zadávajú vo forme </a:t>
            </a:r>
            <a:br>
              <a:rPr lang="sk-SK" dirty="0"/>
            </a:b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sloveso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podstatné_meno</a:t>
            </a:r>
            <a:r>
              <a:rPr lang="sk-SK" dirty="0"/>
              <a:t>, napr. 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go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vychod</a:t>
            </a:r>
            <a:r>
              <a:rPr lang="sk-SK" dirty="0"/>
              <a:t>, čo je príkaz na to, </a:t>
            </a:r>
            <a:br>
              <a:rPr lang="sk-SK" dirty="0"/>
            </a:br>
            <a:r>
              <a:rPr lang="sk-SK" dirty="0"/>
              <a:t>aby sme sa presunuli do miestnosti, </a:t>
            </a:r>
            <a:r>
              <a:rPr lang="sk-SK"/>
              <a:t>ktorá je východným </a:t>
            </a:r>
            <a:r>
              <a:rPr lang="sk-SK" dirty="0"/>
              <a:t>smerom.</a:t>
            </a:r>
          </a:p>
          <a:p>
            <a:pPr marL="0" indent="0">
              <a:buNone/>
            </a:pPr>
            <a:r>
              <a:rPr lang="sk-SK" dirty="0"/>
              <a:t>Vytvoríme si balík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adventura</a:t>
            </a:r>
            <a:r>
              <a:rPr lang="sk-SK" dirty="0"/>
              <a:t> a 4 moduly s triedami:</a:t>
            </a:r>
          </a:p>
          <a:p>
            <a:pPr lvl="1"/>
            <a:r>
              <a:rPr lang="sk-SK" sz="2800" dirty="0"/>
              <a:t>Hráč - 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player.py</a:t>
            </a:r>
          </a:p>
          <a:p>
            <a:pPr lvl="1"/>
            <a:r>
              <a:rPr lang="sk-SK" sz="2800" dirty="0"/>
              <a:t>Miestnosť - 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room.py</a:t>
            </a:r>
          </a:p>
          <a:p>
            <a:pPr lvl="1"/>
            <a:r>
              <a:rPr lang="sk-SK" sz="2800" dirty="0"/>
              <a:t>Stav hry - 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hra.py</a:t>
            </a:r>
          </a:p>
          <a:p>
            <a:pPr lvl="1"/>
            <a:r>
              <a:rPr lang="sk-SK" sz="2800" dirty="0"/>
              <a:t>Logika hry - 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engine.py</a:t>
            </a:r>
          </a:p>
          <a:p>
            <a:r>
              <a:rPr lang="sk-SK" dirty="0"/>
              <a:t>Vstupný bod do hry bude v súbore 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__main.py__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62F8E8AE-15E3-2238-4683-4AEC684A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Hra</a:t>
            </a:r>
            <a:r>
              <a:rPr lang="en-US" dirty="0"/>
              <a:t> advent</a:t>
            </a:r>
            <a:r>
              <a:rPr lang="sk-SK" dirty="0" err="1"/>
              <a:t>úra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267863524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6900</TotalTime>
  <Words>602</Words>
  <Application>Microsoft Office PowerPoint</Application>
  <PresentationFormat>Širokouhlá</PresentationFormat>
  <Paragraphs>103</Paragraphs>
  <Slides>10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Motív Office</vt:lpstr>
      <vt:lpstr>Objektovo orientované programovanie - pokročilí</vt:lpstr>
      <vt:lpstr>OPGP  Pokročilí 11 </vt:lpstr>
      <vt:lpstr>Zapuzdrenie</vt:lpstr>
      <vt:lpstr>Getter, Setter a Deleter</vt:lpstr>
      <vt:lpstr>Getter, Setter a Deleter</vt:lpstr>
      <vt:lpstr>Property </vt:lpstr>
      <vt:lpstr>Property</vt:lpstr>
      <vt:lpstr>@property decorator </vt:lpstr>
      <vt:lpstr>@property decorator</vt:lpstr>
      <vt:lpstr>Hra adventúra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33</cp:revision>
  <dcterms:created xsi:type="dcterms:W3CDTF">2025-09-05T09:09:34Z</dcterms:created>
  <dcterms:modified xsi:type="dcterms:W3CDTF">2025-11-21T16:27:35Z</dcterms:modified>
</cp:coreProperties>
</file>
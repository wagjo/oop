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83" r:id="rId5"/>
    <p:sldId id="284" r:id="rId6"/>
    <p:sldId id="295" r:id="rId7"/>
    <p:sldId id="296" r:id="rId8"/>
    <p:sldId id="297" r:id="rId9"/>
    <p:sldId id="300" r:id="rId10"/>
    <p:sldId id="298" r:id="rId11"/>
    <p:sldId id="29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15. 2. 2026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18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78815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User Datagram Protocol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Prij</a:t>
            </a:r>
            <a:r>
              <a:rPr lang="sk-SK" dirty="0" err="1"/>
              <a:t>ímanie</a:t>
            </a:r>
            <a:r>
              <a:rPr lang="sk-SK" dirty="0"/>
              <a:t> UDP správ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Posielanie UDP správ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Vlákna, klient/server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OSI model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657A9C6E-FBC6-29B5-4146-6DCBE220D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4232" cy="4351338"/>
          </a:xfrm>
        </p:spPr>
        <p:txBody>
          <a:bodyPr/>
          <a:lstStyle/>
          <a:p>
            <a:pPr marL="0" indent="0">
              <a:buNone/>
            </a:pPr>
            <a:r>
              <a:rPr lang="sk-SK" b="1" dirty="0"/>
              <a:t>UDP</a:t>
            </a:r>
            <a:r>
              <a:rPr lang="sk-SK" dirty="0"/>
              <a:t> (User Datagram </a:t>
            </a:r>
            <a:r>
              <a:rPr lang="sk-SK" dirty="0" err="1"/>
              <a:t>Protocol</a:t>
            </a:r>
            <a:r>
              <a:rPr lang="sk-SK" dirty="0"/>
              <a:t>) je protokol na úrovni transportnej vrstvy (</a:t>
            </a:r>
            <a:r>
              <a:rPr lang="sk-SK" dirty="0" err="1"/>
              <a:t>layer</a:t>
            </a:r>
            <a:r>
              <a:rPr lang="sk-SK" dirty="0"/>
              <a:t> 4)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UDP a TCP sú základné transportné protokoly</a:t>
            </a:r>
          </a:p>
        </p:txBody>
      </p:sp>
      <p:pic>
        <p:nvPicPr>
          <p:cNvPr id="1026" name="Picture 2" descr="OSI">
            <a:extLst>
              <a:ext uri="{FF2B5EF4-FFF2-40B4-BE49-F238E27FC236}">
                <a16:creationId xmlns:a16="http://schemas.microsoft.com/office/drawing/2014/main" id="{599B729A-3255-2597-ABBA-C059D883C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570" y="102201"/>
            <a:ext cx="5742430" cy="675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943" y="1589702"/>
            <a:ext cx="11256265" cy="46922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b="1" dirty="0"/>
              <a:t>Nevytvára spojenie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Je </a:t>
            </a:r>
            <a:r>
              <a:rPr lang="sk-SK" b="1" dirty="0"/>
              <a:t>nespoľahlivý</a:t>
            </a:r>
            <a:r>
              <a:rPr lang="sk-SK" dirty="0"/>
              <a:t> (bez záruky doručenia alebo poradia paketov)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Pracuje s </a:t>
            </a:r>
            <a:r>
              <a:rPr lang="sk-SK" b="1" dirty="0"/>
              <a:t>datagramami</a:t>
            </a:r>
            <a:r>
              <a:rPr lang="sk-SK" dirty="0"/>
              <a:t> (malými paketmi dát)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Vlastnosti: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IP adresa a port (napr. </a:t>
            </a:r>
            <a:r>
              <a:rPr lang="sk-SK" b="1" dirty="0"/>
              <a:t>127.0.0.1:12345</a:t>
            </a:r>
            <a:r>
              <a:rPr lang="sk-SK" dirty="0"/>
              <a:t> pre </a:t>
            </a:r>
            <a:r>
              <a:rPr lang="sk-SK" dirty="0" err="1"/>
              <a:t>localhost</a:t>
            </a:r>
            <a:r>
              <a:rPr lang="sk-SK" dirty="0"/>
              <a:t>) pre adresovanie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Veľkosť správy (datagramu) je max. </a:t>
            </a:r>
            <a:r>
              <a:rPr lang="sk-SK" b="1" dirty="0"/>
              <a:t>65kB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podporuje </a:t>
            </a:r>
            <a:r>
              <a:rPr lang="sk-SK" b="1" dirty="0" err="1"/>
              <a:t>broadcast</a:t>
            </a:r>
            <a:r>
              <a:rPr lang="sk-SK" dirty="0"/>
              <a:t> a </a:t>
            </a:r>
            <a:r>
              <a:rPr lang="sk-SK" b="1" dirty="0" err="1"/>
              <a:t>multicast</a:t>
            </a: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UDP (User Datagram </a:t>
            </a:r>
            <a:r>
              <a:rPr lang="sk-SK" dirty="0" err="1"/>
              <a:t>Protocol</a:t>
            </a:r>
            <a:r>
              <a:rPr lang="sk-S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B048F-7FE5-C218-D651-91184607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D0DAC6-2766-6C7F-3D33-833A2DB39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87" y="1819656"/>
            <a:ext cx="8065009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Žiadna kontrola chýb (chyby sa ignorujú)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Žiadne potvrdenie doručenia ani garancia poradia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Pakety sa môžu stratiť alebo prísť v inom poradí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Je často obmedzovaný, pretože sťažuje firewallom a NAT zariadeniam sledovanie</a:t>
            </a:r>
            <a:endParaRPr lang="sk-SK" sz="280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C143BA4-513D-B3FB-1C03-3B93FB94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Nevýhody UDP</a:t>
            </a:r>
          </a:p>
        </p:txBody>
      </p:sp>
    </p:spTree>
    <p:extLst>
      <p:ext uri="{BB962C8B-B14F-4D97-AF65-F5344CB8AC3E}">
        <p14:creationId xmlns:p14="http://schemas.microsoft.com/office/powerpoint/2010/main" val="962723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771AF6-C3A6-EE76-BE16-972E91735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5" name="Zástupný objekt pre obsah 4" descr="Obrázok, na ktorom je text, ošatenie, ľudská tvár, osoba&#10;&#10;Obsah vygenerovaný pomocou AI môže byť nesprávny.">
            <a:extLst>
              <a:ext uri="{FF2B5EF4-FFF2-40B4-BE49-F238E27FC236}">
                <a16:creationId xmlns:a16="http://schemas.microsoft.com/office/drawing/2014/main" id="{39E1C2A0-8FC4-EE61-790B-80FAD61D1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64"/>
          <a:stretch>
            <a:fillRect/>
          </a:stretch>
        </p:blipFill>
        <p:spPr>
          <a:xfrm>
            <a:off x="765671" y="1690688"/>
            <a:ext cx="5330329" cy="3541903"/>
          </a:xfrm>
          <a:prstGeom prst="rect">
            <a:avLst/>
          </a:prstGeom>
        </p:spPr>
      </p:pic>
      <p:pic>
        <p:nvPicPr>
          <p:cNvPr id="8" name="Zástupný objekt pre obsah 4" descr="Obrázok, na ktorom je text, ošatenie, ľudská tvár, osoba&#10;&#10;Obsah vygenerovaný pomocou AI môže byť nesprávny.">
            <a:extLst>
              <a:ext uri="{FF2B5EF4-FFF2-40B4-BE49-F238E27FC236}">
                <a16:creationId xmlns:a16="http://schemas.microsoft.com/office/drawing/2014/main" id="{F2670DFC-7DE4-078D-9EB8-4817C6E1C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64"/>
          <a:stretch>
            <a:fillRect/>
          </a:stretch>
        </p:blipFill>
        <p:spPr>
          <a:xfrm>
            <a:off x="6096000" y="1690688"/>
            <a:ext cx="5330329" cy="354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7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51F63-8CCB-E8C1-6526-D3F32E81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85768B-ED69-E919-E7F2-6C0E2E48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Štandardný modul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socket.socket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socket.AF_INET,socket.SOCK_DGRAM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UDP na adresovanie používa </a:t>
            </a:r>
            <a:r>
              <a:rPr lang="sk-SK" dirty="0" err="1"/>
              <a:t>tuple</a:t>
            </a:r>
            <a:r>
              <a:rPr lang="sk-SK" dirty="0"/>
              <a:t> IP + port: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("127.0.0.1", 5000)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52A2411-347E-FA36-88EC-1B7A1749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UDP v </a:t>
            </a:r>
            <a:r>
              <a:rPr lang="sk-SK" dirty="0" err="1"/>
              <a:t>Pythone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44996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E2C99-F396-BC3C-6BB3-8480010A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7C8BA27-6DB1-D0B4-544F-6416859E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Je potrebné nastaviť </a:t>
            </a:r>
            <a:r>
              <a:rPr lang="sk-SK" dirty="0" err="1"/>
              <a:t>socket</a:t>
            </a:r>
            <a:r>
              <a:rPr lang="sk-SK" dirty="0"/>
              <a:t> aby sledoval určitý port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sock.bind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(("0.0.0.0", 5000))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Prijatie správy –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recvfrom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Prijaté dáta je nutné dekódovať z bajtov napr. na reťazec.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5D79E26-6734-785B-B437-0972B76C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Prijímanie dát</a:t>
            </a:r>
          </a:p>
        </p:txBody>
      </p:sp>
    </p:spTree>
    <p:extLst>
      <p:ext uri="{BB962C8B-B14F-4D97-AF65-F5344CB8AC3E}">
        <p14:creationId xmlns:p14="http://schemas.microsoft.com/office/powerpoint/2010/main" val="1101311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33F78E-35F9-18B7-7048-69C15C7B3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Prijímanie dát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0F981F-4F8A-1F7F-CEAE-BD2AA0466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874520"/>
            <a:ext cx="10905744" cy="443483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sock.bind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(("0.0.0.0", 5000))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while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# Prijatie správy (datagramu)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sock.recvfrom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(BUFFER_SIZE)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# Dekódovanie správy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data.decode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('utf-8')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# Vypísanie správy do konzoly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f"Nová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správa od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[0]}:{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[1]}: 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}")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except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Exception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as 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("Chyba v príjme:", 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       break</a:t>
            </a:r>
          </a:p>
        </p:txBody>
      </p:sp>
    </p:spTree>
    <p:extLst>
      <p:ext uri="{BB962C8B-B14F-4D97-AF65-F5344CB8AC3E}">
        <p14:creationId xmlns:p14="http://schemas.microsoft.com/office/powerpoint/2010/main" val="3964099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3DEF6-2736-1D4E-D0F9-3818C7E9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8CDB57-1323-44A4-DE48-1541BE7C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Potrebujeme IP adresu a port adresáta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Správu musíme zakódovať do poľa bajtov</a:t>
            </a:r>
          </a:p>
          <a:p>
            <a:pPr>
              <a:lnSpc>
                <a:spcPct val="100000"/>
              </a:lnSpc>
            </a:pPr>
            <a:endParaRPr lang="sk-SK" dirty="0"/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(IP, PORT)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message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input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("Zadaj správu: 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bytes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message.encode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('utf-8')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sock.sendto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bytes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addr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9CB934A-5CBD-6E74-A437-91E741DA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Odosielanie dát</a:t>
            </a:r>
          </a:p>
        </p:txBody>
      </p:sp>
    </p:spTree>
    <p:extLst>
      <p:ext uri="{BB962C8B-B14F-4D97-AF65-F5344CB8AC3E}">
        <p14:creationId xmlns:p14="http://schemas.microsoft.com/office/powerpoint/2010/main" val="4197685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AF7CA-A366-4D06-BA0B-1038922C0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B7F1E45-C867-99E3-7742-EE9FB67F8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1" y="1819656"/>
            <a:ext cx="11448288" cy="446227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Ak chceme naraz dáta prijímať aj odosielať, </a:t>
            </a:r>
            <a:br>
              <a:rPr lang="sk-SK" dirty="0"/>
            </a:br>
            <a:r>
              <a:rPr lang="sk-SK" dirty="0"/>
              <a:t>je potrebné prijímanie mať na samostatnom vlákne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Používame štandardný modul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threading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  <a:ea typeface="+mj-ea"/>
              <a:cs typeface="+mj-cs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thread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threading.Thread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target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=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receive_messages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args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=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sock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,),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daemon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=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True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thread.start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j-ea"/>
                <a:cs typeface="+mj-cs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36A91F1-6444-4FDC-AFEA-8DF8CAF8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Súčasné prijímanie aj odosielanie</a:t>
            </a:r>
          </a:p>
        </p:txBody>
      </p:sp>
    </p:spTree>
    <p:extLst>
      <p:ext uri="{BB962C8B-B14F-4D97-AF65-F5344CB8AC3E}">
        <p14:creationId xmlns:p14="http://schemas.microsoft.com/office/powerpoint/2010/main" val="427180479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10096</TotalTime>
  <Words>419</Words>
  <Application>Microsoft Office PowerPoint</Application>
  <PresentationFormat>Širokouhlá</PresentationFormat>
  <Paragraphs>65</Paragraphs>
  <Slides>11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18 </vt:lpstr>
      <vt:lpstr>OSI model</vt:lpstr>
      <vt:lpstr>UDP (User Datagram Protocol)</vt:lpstr>
      <vt:lpstr>Nevýhody UDP</vt:lpstr>
      <vt:lpstr>Prezentácia programu PowerPoint</vt:lpstr>
      <vt:lpstr>UDP v Pythone</vt:lpstr>
      <vt:lpstr>Prijímanie dát</vt:lpstr>
      <vt:lpstr>Prijímanie dát</vt:lpstr>
      <vt:lpstr>Odosielanie dát</vt:lpstr>
      <vt:lpstr>Súčasné prijímanie aj odosielanie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49</cp:revision>
  <dcterms:created xsi:type="dcterms:W3CDTF">2025-09-05T09:09:34Z</dcterms:created>
  <dcterms:modified xsi:type="dcterms:W3CDTF">2026-02-15T17:55:17Z</dcterms:modified>
</cp:coreProperties>
</file>
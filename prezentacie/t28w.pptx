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ORM v Jave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Object-Relational Mapping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Teória pre stredné školy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Práca s databázou pomocou objektov v Jave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Čo je ORM?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ORM = Object-Relational Mapping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ORM je technika, ktorá umožňuje pracovať s databázou pomocou objektov v Jave namiesto priameho písania SQL príkazov.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Automaticky premieňa riadky z databázových tabuliek na objekty a naopak.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Programátor pracuje s triedami (Kniha, Študent, Objednávka) namiesto ResultSet a SQL reťazcov.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Prečo potrebujeme ORM?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Problémy s čistým JDBC pri väčších projektoch: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Veľa opakovaného a nudného kódu (PreparedStatement, ResultSet, manuálne mapovanie)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Objekty v Jave a tabuľky v databáze sú dva rôzne svety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Ručné mapovanie stĺpcov na polia objektov je zdĺhavé a chybové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Ťažko sa udržiava kód pri zmene štruktúry databázy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Čo presne robí ORM?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Mapovanie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Automaticky premieňa triedy Javy na tabuľky v databáze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CRUD operácie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Jednoduché ukladanie, načítanie, aktualizáciu a mazanie objektov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Dotazy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Umožňuje písať dotazy v jazyku bližšom Jave (HQL / JPQL)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Výhody ORM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Výrazne menej kódu (často 5–10× menej ako pri JDBC)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Práca s objektmi – prirodzenejšie pre programátora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Automatické mapovanie medzi objektmi a tabuľkami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Jednoduchá podpora transakcií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Lepšia čitateľnosť a údržba kódu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Relatívne jednoduchá zmena databázy (napr. z SQLite na PostgreSQL)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Hibernate – najpoužívanejší ORM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Najpopulárnejší a najpoužívanejší ORM framework pre Javu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Existuje už viac ako 20 rokov a stále sa aktívne vyvíja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Podporuje moderné anotácie (odporúčaný spôsob)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Funguje ako implementácia štandardu Jakarta Persistence (JPA)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Výborná podpora pre SQLite, MySQL, PostgreSQL, Oracle a ďalšie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Základné pojmy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Trieda, ktorá reprezentuje jeden riadok v databázovej tabuľke (napr. Kniha)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"Pripojenie" k databáze – hlavný objekt na prácu s entitami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SessionFactory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Továreň na Session – vytvára sa raz na začiatku aplikácie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Transakcia – zabezpečuje konzistenciu dát (commit / rollback)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Entita – základná stavebná jednotka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solidFill>
            <a:srgbClr val="FFF9C4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51560"/>
            <a:ext cx="78638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@Entity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@Table(name = "knihy")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Kniha {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@Id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@GeneratedValue(strategy = GenerationType.IDENTITY)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Long id;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@Column(nullable = false)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String nazov;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String autor;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Integer rokVydania;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gettery, settery, konštruktory...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a SessionFactory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SessionFactory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Vytvára sa raz na začiatku aplikácie (ťažký objekt)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Slúži ako továreň na Session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Vytvára sa často – pre každú logickú operáciu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Ľahký objekt, zodpovedný za prácu s entitami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Používa sa na persist, find, remove, query...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Transakcie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2743200"/>
          </a:xfrm>
          <a:prstGeom prst="rect">
            <a:avLst/>
          </a:prstGeom>
          <a:solidFill>
            <a:srgbClr val="FFF9C4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51560"/>
            <a:ext cx="78638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Transaction tx = session.beginTransaction();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session.persist(kniha1);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session.persist(kniha2);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tx.commit();      // uloží všetky zmeny naraz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tx.rollback(); // pri chybe zruší všetky zmeny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Transakcia zabezpečuje, že databáza ostane vždy v konzistentnom stave.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Základné operácie (CRUD)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solidFill>
            <a:srgbClr val="FFF9C4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5156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Create (uloženie)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session.persist(kniha);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Read (načítanie)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Kniha k = session.find(Kniha.class, 1L);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Update (aktualizácia)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k.setNazov("Nový názov knihy");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Delete (vymazanie)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session.remove(k);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Dotazy – HQL / JPQL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solidFill>
            <a:srgbClr val="FFF9C4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5156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Načítanie všetkých kníh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List&lt;Kniha&gt; knihy = session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.createQuery("FROM Kniha", Kniha.class)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.list();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Filtrovanie podľa autora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List&lt;Kniha&gt; knihy = session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.createQuery("FROM Kniha WHERE autor = :autor", Kniha.class)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.setParameter("autor", "George Orwell")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.list();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 vs ORM – kedy čo použiť?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Použi JDBC, keď: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Potrebuješ absolútne maximálny výkon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Projekt je veľmi malý a jednoduchý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Použi ORM (Hibernate), keď: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Pracuješ s väčším počtom entít a väčšími projektmi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Chceš pracovať objektovo a čisto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Chceš výrazne ušetriť čas pri vývoji a údržbe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Zhrnutie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ORM umožňuje pracovať s databázou cez objekty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Hibernate je najpoužívanejší ORM framework v Jave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Základné prvky: Entita, Session, Transaction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Pracujeme hlavne s anotáciami (@Entity, @Id, @Column)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Namiesto SQL používame HQL/JPQL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Väčšina reálnych projektov dnes používa ORM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Otázky na zamyslenie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Čo je hlavný rozdiel medzi JDBC a ORM?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Na čo slúži anotácia @Entity?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Prečo je dôležité používať Transaction?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Kedy by si radšej použil čisté JDBC a kedy ORM?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Čo sa stane, keď zavoláš session.persist(obj)?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ORM v Jave – Teória</dc:title>
  <dc:subject>PptxGenJS Presentation</dc:subject>
  <dc:creator>Stredná škola - OOP</dc:creator>
  <cp:lastModifiedBy>Stredná škola - OOP</cp:lastModifiedBy>
  <cp:revision>1</cp:revision>
  <dcterms:created xsi:type="dcterms:W3CDTF">2026-06-14T18:20:30Z</dcterms:created>
  <dcterms:modified xsi:type="dcterms:W3CDTF">2026-06-14T18:20:30Z</dcterms:modified>
</cp:coreProperties>
</file>
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80" r:id="rId5"/>
    <p:sldId id="281" r:id="rId6"/>
    <p:sldId id="282" r:id="rId7"/>
    <p:sldId id="28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25. 10. 2025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op.wagjo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 </a:t>
            </a:r>
            <a:r>
              <a:rPr lang="en-US" sz="4000" dirty="0"/>
              <a:t>9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5264703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Triedy</a:t>
            </a:r>
            <a:r>
              <a:rPr lang="en-US" dirty="0"/>
              <a:t> a me</a:t>
            </a:r>
            <a:r>
              <a:rPr lang="sk-SK" dirty="0" err="1"/>
              <a:t>tódy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Inštančné metódy a atribúty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Triedne metódy a atribúty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Statické metódy</a:t>
            </a:r>
            <a:br>
              <a:rPr lang="sk-SK" dirty="0"/>
            </a:b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Konštruktor triedy má názov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Prvý argument je referencia na vytváraný objekt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Novú inštanciu (nový objekt) vytvoríme volaním triedy ako metódu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class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def __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__(self, x, y):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self.x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= x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self.y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= y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maly_obdlznik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(2, 3)</a:t>
            </a:r>
            <a:endParaRPr lang="sk-SK" i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Trieda - </a:t>
            </a:r>
            <a:r>
              <a:rPr lang="sk-SK" dirty="0" err="1"/>
              <a:t>class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B0F4C-0179-A44A-4442-6EDDA6FE3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0C75FEE-5781-4452-2B19-C9B76678F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Atribúty nemusíme deklarovať vopred.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Metódy majú prvý argument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Novú inštanciu (nový objekt) vytvoríme volaním triedy ako metódu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class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def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obvod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return 2 * (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self.x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self.y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print(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f"Obvod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obdlznika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: {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maly_obdlznik.obvod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()}")</a:t>
            </a:r>
            <a:endParaRPr lang="sk-SK" i="1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91AFF00-F360-8353-27F5-FAC89915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Inštančné metódy a atribúty</a:t>
            </a:r>
          </a:p>
        </p:txBody>
      </p:sp>
    </p:spTree>
    <p:extLst>
      <p:ext uri="{BB962C8B-B14F-4D97-AF65-F5344CB8AC3E}">
        <p14:creationId xmlns:p14="http://schemas.microsoft.com/office/powerpoint/2010/main" val="319293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8E3CF-242F-A82A-F103-34CB793D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C1679D1-4D2F-8433-32BD-7CD6E3287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Špeciálne metódy upravujú správanie triedy.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sk-SK" dirty="0"/>
              <a:t> slúži na user-</a:t>
            </a:r>
            <a:r>
              <a:rPr lang="sk-SK" dirty="0" err="1"/>
              <a:t>friendy</a:t>
            </a:r>
            <a:r>
              <a:rPr lang="sk-SK" dirty="0"/>
              <a:t> (užívateľsky prívetivý) výpis objektu vo forme reťazca.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class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	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def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__str__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(self):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return f"{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self.x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}x{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self.y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}"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print(f„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maly_obdlznik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}")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0983BB0-B293-7802-6409-0D80C66EA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Dunder</a:t>
            </a:r>
            <a:r>
              <a:rPr lang="sk-SK" dirty="0"/>
              <a:t> inštančná metóda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__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str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__</a:t>
            </a:r>
          </a:p>
        </p:txBody>
      </p:sp>
    </p:spTree>
    <p:extLst>
      <p:ext uri="{BB962C8B-B14F-4D97-AF65-F5344CB8AC3E}">
        <p14:creationId xmlns:p14="http://schemas.microsoft.com/office/powerpoint/2010/main" val="275667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E8DB82-4F73-15E6-5CC7-C9FD1AC8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E3F392D-EA5B-872A-1C84-B205F40FA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Začínajú anotáciou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@classmethod</a:t>
            </a:r>
            <a:r>
              <a:rPr lang="sk-SK" dirty="0"/>
              <a:t> a prvý argument majú 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cls</a:t>
            </a:r>
            <a:r>
              <a:rPr lang="sk-SK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class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Teplomer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jednotka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 "C"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def __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__(self,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teplota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self.teplota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teplota</a:t>
            </a: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@classmethod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def </a:t>
            </a:r>
            <a:r>
              <a:rPr lang="en-US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zmen_jednotku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cls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, nova):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cls.jednotka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 nova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moj_teplomer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Teplomer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(37)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print(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Teplomer.jednotka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print(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moj_teplomer.jednotka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356D0EA7-A05F-7E8F-E374-712C2752E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Triedne atribúty a metódy</a:t>
            </a:r>
          </a:p>
        </p:txBody>
      </p:sp>
    </p:spTree>
    <p:extLst>
      <p:ext uri="{BB962C8B-B14F-4D97-AF65-F5344CB8AC3E}">
        <p14:creationId xmlns:p14="http://schemas.microsoft.com/office/powerpoint/2010/main" val="60955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A7D5B-B822-2186-82F7-3842F2C1C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8BC5EEF-49C0-4DB1-03B4-FF32DAE09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Funkcie definované v triede, ktoré nemajú žiadny prístup ani k objektu ani ku triede.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it-IT" dirty="0"/>
              <a:t>Pri ich definícii sa používa anotácia </a:t>
            </a:r>
            <a:r>
              <a:rPr lang="it-IT" dirty="0">
                <a:highlight>
                  <a:srgbClr val="FFFF00"/>
                </a:highlight>
                <a:latin typeface="Consolas" panose="020B0609020204030204" pitchFamily="49" charset="0"/>
              </a:rPr>
              <a:t>@staticmethod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class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Matematika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@staticmethod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def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sucet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(a, b):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return a + b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@staticmethod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def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mocnina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(x):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return x * x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8AC0A60-5CC0-8293-94BB-ABB924DE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Statické metódy</a:t>
            </a:r>
          </a:p>
        </p:txBody>
      </p:sp>
    </p:spTree>
    <p:extLst>
      <p:ext uri="{BB962C8B-B14F-4D97-AF65-F5344CB8AC3E}">
        <p14:creationId xmlns:p14="http://schemas.microsoft.com/office/powerpoint/2010/main" val="4015198820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486</TotalTime>
  <Words>371</Words>
  <Application>Microsoft Office PowerPoint</Application>
  <PresentationFormat>Širokouhlá</PresentationFormat>
  <Paragraphs>65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9</vt:lpstr>
      <vt:lpstr>Trieda - class</vt:lpstr>
      <vt:lpstr>Inštančné metódy a atribúty</vt:lpstr>
      <vt:lpstr>Dunder inštančná metóda __str__</vt:lpstr>
      <vt:lpstr>Triedne atribúty a metódy</vt:lpstr>
      <vt:lpstr>Statické metódy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24</cp:revision>
  <dcterms:created xsi:type="dcterms:W3CDTF">2025-09-05T09:09:34Z</dcterms:created>
  <dcterms:modified xsi:type="dcterms:W3CDTF">2025-10-25T19:13:54Z</dcterms:modified>
</cp:coreProperties>
</file>
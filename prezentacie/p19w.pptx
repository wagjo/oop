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96" r:id="rId1"/>
  </p:sldMasterIdLst>
  <p:sldIdLst>
    <p:sldId id="266" r:id="rId2"/>
    <p:sldId id="257" r:id="rId3"/>
    <p:sldId id="283" r:id="rId4"/>
    <p:sldId id="296" r:id="rId5"/>
    <p:sldId id="297" r:id="rId6"/>
    <p:sldId id="301" r:id="rId7"/>
    <p:sldId id="302" r:id="rId8"/>
    <p:sldId id="303" r:id="rId9"/>
    <p:sldId id="304" r:id="rId10"/>
    <p:sldId id="305" r:id="rId11"/>
    <p:sldId id="30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52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</a:t>
            </a:r>
            <a:r>
              <a:rPr lang="en-US" b="1" dirty="0"/>
              <a:t>,</a:t>
            </a:r>
            <a:r>
              <a:rPr lang="sk-SK" b="1" dirty="0"/>
              <a:t>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</a:t>
            </a:r>
            <a:r>
              <a:rPr lang="en-US" sz="4000" dirty="0"/>
              <a:t> 19</a:t>
            </a:r>
            <a:br>
              <a:rPr lang="en-US" sz="4000" dirty="0"/>
            </a:b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7" y="1338729"/>
            <a:ext cx="5788153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Metódy smerovania správ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Unicast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Broadcast</a:t>
            </a:r>
            <a:r>
              <a:rPr lang="sk-SK" dirty="0"/>
              <a:t>, </a:t>
            </a:r>
            <a:r>
              <a:rPr lang="sk-SK" dirty="0" err="1"/>
              <a:t>Multicast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Anycast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34094-F190-314F-5CCB-9E270F9D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3E8B18F-B5AD-1DC8-F63B-8510FD478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944" y="1589702"/>
            <a:ext cx="5624834" cy="46922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Unicast</a:t>
            </a:r>
            <a:r>
              <a:rPr lang="sk-SK" b="1" dirty="0"/>
              <a:t> </a:t>
            </a:r>
            <a:r>
              <a:rPr lang="sk-SK" dirty="0"/>
              <a:t>- </a:t>
            </a:r>
            <a:r>
              <a:rPr lang="sk-SK" dirty="0" err="1"/>
              <a:t>one</a:t>
            </a:r>
            <a:r>
              <a:rPr lang="sk-SK" dirty="0"/>
              <a:t>-to-</a:t>
            </a:r>
            <a:r>
              <a:rPr lang="sk-SK" dirty="0" err="1"/>
              <a:t>one</a:t>
            </a:r>
            <a:r>
              <a:rPr lang="sk-SK" dirty="0"/>
              <a:t> - </a:t>
            </a:r>
            <a:r>
              <a:rPr lang="sk-SK" dirty="0" err="1"/>
              <a:t>client</a:t>
            </a:r>
            <a:r>
              <a:rPr lang="sk-SK" dirty="0"/>
              <a:t>/server a </a:t>
            </a:r>
            <a:r>
              <a:rPr lang="sk-SK" dirty="0" err="1"/>
              <a:t>peer</a:t>
            </a:r>
            <a:r>
              <a:rPr lang="sk-SK" dirty="0"/>
              <a:t>-to-</a:t>
            </a:r>
            <a:r>
              <a:rPr lang="sk-SK" dirty="0" err="1"/>
              <a:t>peer</a:t>
            </a:r>
            <a:r>
              <a:rPr lang="sk-SK" dirty="0"/>
              <a:t> komunikácia.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Broadcast</a:t>
            </a:r>
            <a:r>
              <a:rPr lang="sk-SK" b="1" dirty="0"/>
              <a:t> </a:t>
            </a:r>
            <a:r>
              <a:rPr lang="sk-SK" dirty="0"/>
              <a:t>- </a:t>
            </a:r>
            <a:r>
              <a:rPr lang="sk-SK" dirty="0" err="1"/>
              <a:t>one</a:t>
            </a:r>
            <a:r>
              <a:rPr lang="sk-SK" dirty="0"/>
              <a:t>-to-</a:t>
            </a:r>
            <a:r>
              <a:rPr lang="sk-SK" dirty="0" err="1"/>
              <a:t>all</a:t>
            </a:r>
            <a:r>
              <a:rPr lang="sk-SK" dirty="0"/>
              <a:t> – </a:t>
            </a:r>
            <a:br>
              <a:rPr lang="sk-SK" dirty="0"/>
            </a:br>
            <a:r>
              <a:rPr lang="sk-SK" dirty="0"/>
              <a:t>všetkým zariadeniam v sieti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Multicast</a:t>
            </a:r>
            <a:r>
              <a:rPr lang="sk-SK" b="1" dirty="0"/>
              <a:t> </a:t>
            </a:r>
            <a:r>
              <a:rPr lang="sk-SK" dirty="0"/>
              <a:t>- </a:t>
            </a:r>
            <a:r>
              <a:rPr lang="sk-SK" dirty="0" err="1"/>
              <a:t>one</a:t>
            </a:r>
            <a:r>
              <a:rPr lang="sk-SK" dirty="0"/>
              <a:t>-to-</a:t>
            </a:r>
            <a:r>
              <a:rPr lang="sk-SK" dirty="0" err="1"/>
              <a:t>many</a:t>
            </a:r>
            <a:r>
              <a:rPr lang="sk-SK" dirty="0"/>
              <a:t> – </a:t>
            </a:r>
            <a:br>
              <a:rPr lang="sk-SK" dirty="0"/>
            </a:br>
            <a:r>
              <a:rPr lang="sk-SK" dirty="0"/>
              <a:t>tým zariadeniam, </a:t>
            </a:r>
            <a:br>
              <a:rPr lang="sk-SK" dirty="0"/>
            </a:br>
            <a:r>
              <a:rPr lang="sk-SK" dirty="0"/>
              <a:t>ktoré sa sami prihlásia na odber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Anycast</a:t>
            </a:r>
            <a:r>
              <a:rPr lang="sk-SK" b="1" dirty="0"/>
              <a:t> </a:t>
            </a:r>
            <a:r>
              <a:rPr lang="sk-SK" dirty="0"/>
              <a:t>- </a:t>
            </a:r>
            <a:r>
              <a:rPr lang="sk-SK" dirty="0" err="1"/>
              <a:t>one</a:t>
            </a:r>
            <a:r>
              <a:rPr lang="sk-SK" dirty="0"/>
              <a:t>-to-</a:t>
            </a:r>
            <a:r>
              <a:rPr lang="sk-SK" dirty="0" err="1"/>
              <a:t>one</a:t>
            </a:r>
            <a:r>
              <a:rPr lang="sk-SK" dirty="0"/>
              <a:t>-of-</a:t>
            </a:r>
            <a:r>
              <a:rPr lang="sk-SK" dirty="0" err="1"/>
              <a:t>many</a:t>
            </a:r>
            <a:r>
              <a:rPr lang="sk-SK" dirty="0"/>
              <a:t> - jednému z množiny zariadení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9C42A5D-33AB-425B-E11E-FCC779504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Typy smerovania správ</a:t>
            </a:r>
          </a:p>
        </p:txBody>
      </p:sp>
      <p:pic>
        <p:nvPicPr>
          <p:cNvPr id="2" name="Zástupný objekt pre obsah 8">
            <a:extLst>
              <a:ext uri="{FF2B5EF4-FFF2-40B4-BE49-F238E27FC236}">
                <a16:creationId xmlns:a16="http://schemas.microsoft.com/office/drawing/2014/main" id="{FEF40E98-CB6C-3A7C-3F45-5DDF85419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9778" y="654231"/>
            <a:ext cx="5706063" cy="55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049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51F63-8CCB-E8C1-6526-D3F32E812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B85768B-ED69-E919-E7F2-6C0E2E48E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0284684" cy="446227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b="1" dirty="0" err="1"/>
              <a:t>one</a:t>
            </a:r>
            <a:r>
              <a:rPr lang="sk-SK" b="1" dirty="0"/>
              <a:t>-to-</a:t>
            </a:r>
            <a:r>
              <a:rPr lang="sk-SK" b="1" dirty="0" err="1"/>
              <a:t>one</a:t>
            </a:r>
            <a:endParaRPr lang="sk-SK" b="1" dirty="0"/>
          </a:p>
          <a:p>
            <a:pPr marL="0" indent="0">
              <a:buNone/>
            </a:pPr>
            <a:r>
              <a:rPr lang="sk-SK" dirty="0"/>
              <a:t>Správa je posielaná jednému zariadeniu, </a:t>
            </a:r>
            <a:br>
              <a:rPr lang="sk-SK" dirty="0"/>
            </a:br>
            <a:r>
              <a:rPr lang="sk-SK" dirty="0"/>
              <a:t>ktoré je identifikované IP adresou a portom</a:t>
            </a:r>
          </a:p>
          <a:p>
            <a:pPr marL="0" indent="0">
              <a:buNone/>
            </a:pPr>
            <a:r>
              <a:rPr lang="sk-SK" dirty="0"/>
              <a:t>Je to najčastejší typ posielania a je využívaný v </a:t>
            </a:r>
            <a:r>
              <a:rPr lang="sk-SK" dirty="0" err="1"/>
              <a:t>client</a:t>
            </a:r>
            <a:r>
              <a:rPr lang="sk-SK" dirty="0"/>
              <a:t>/server a </a:t>
            </a:r>
            <a:r>
              <a:rPr lang="sk-SK" dirty="0" err="1"/>
              <a:t>peer</a:t>
            </a:r>
            <a:r>
              <a:rPr lang="sk-SK" dirty="0"/>
              <a:t>-to-</a:t>
            </a:r>
            <a:r>
              <a:rPr lang="sk-SK" dirty="0" err="1"/>
              <a:t>peer</a:t>
            </a:r>
            <a:r>
              <a:rPr lang="sk-SK" dirty="0"/>
              <a:t> komunikácii</a:t>
            </a:r>
          </a:p>
          <a:p>
            <a:pPr marL="0" indent="0">
              <a:buNone/>
            </a:pPr>
            <a:r>
              <a:rPr lang="sk-SK" dirty="0"/>
              <a:t>Celú minulú hodinu sme využívali </a:t>
            </a:r>
            <a:r>
              <a:rPr lang="sk-SK" dirty="0" err="1"/>
              <a:t>unicast</a:t>
            </a: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52A2411-347E-FA36-88EC-1B7A1749B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Unicast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54499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2E2C99-F396-BC3C-6BB3-8480010AB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7C8BA27-6DB1-D0B4-544F-6416859E8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one</a:t>
            </a:r>
            <a:r>
              <a:rPr lang="sk-SK" b="1" dirty="0"/>
              <a:t>-to-</a:t>
            </a:r>
            <a:r>
              <a:rPr lang="sk-SK" b="1" dirty="0" err="1"/>
              <a:t>all</a:t>
            </a:r>
            <a:r>
              <a:rPr lang="sk-SK" i="1" dirty="0"/>
              <a:t> - správa je poslaná všetkým zariadeniam v sieti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Správy nie sú </a:t>
            </a:r>
            <a:r>
              <a:rPr lang="sk-SK" dirty="0" err="1"/>
              <a:t>routrami</a:t>
            </a:r>
            <a:r>
              <a:rPr lang="sk-SK" dirty="0"/>
              <a:t> prenášané na iné podsiete.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Nie je možné poslať </a:t>
            </a:r>
            <a:r>
              <a:rPr lang="sk-SK" dirty="0" err="1"/>
              <a:t>broadcast</a:t>
            </a:r>
            <a:r>
              <a:rPr lang="sk-SK" dirty="0"/>
              <a:t> správu celému "internetu"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Používa sa ak zariadenia ešte nepoznajú IP adresy iných zariadení v podsieti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Je potrebné </a:t>
            </a:r>
            <a:r>
              <a:rPr lang="sk-SK" dirty="0" err="1"/>
              <a:t>expliticne</a:t>
            </a:r>
            <a:r>
              <a:rPr lang="sk-SK" dirty="0"/>
              <a:t> povoliť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socket.SO_BROADCAST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5D79E26-6734-785B-B437-0972B76C4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Broadcast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101311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5DFF43-A247-4541-86E1-CA4D3F20E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BE0136A-8FAE-5B82-8638-34F3BD613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Cieľová IP adresa je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255.255.255.255</a:t>
            </a:r>
            <a:r>
              <a:rPr lang="sk-SK" dirty="0"/>
              <a:t>, alebo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&lt;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broadcast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&gt;</a:t>
            </a:r>
            <a:r>
              <a:rPr lang="sk-SK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 </a:t>
            </a:r>
            <a:r>
              <a:rPr lang="sk-SK" dirty="0" err="1"/>
              <a:t>directed</a:t>
            </a:r>
            <a:r>
              <a:rPr lang="sk-SK" dirty="0"/>
              <a:t> </a:t>
            </a:r>
            <a:r>
              <a:rPr lang="sk-SK" dirty="0" err="1"/>
              <a:t>broadcast</a:t>
            </a:r>
            <a:r>
              <a:rPr lang="sk-SK" dirty="0"/>
              <a:t> sa uvedie presná adresa podsiete, </a:t>
            </a:r>
            <a:br>
              <a:rPr lang="sk-SK" dirty="0"/>
            </a:br>
            <a:r>
              <a:rPr lang="sk-SK" dirty="0"/>
              <a:t>napr.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192.168.1.255</a:t>
            </a:r>
            <a:r>
              <a:rPr lang="sk-SK" dirty="0"/>
              <a:t>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Router môže </a:t>
            </a:r>
            <a:r>
              <a:rPr lang="sk-SK" b="1" dirty="0" err="1"/>
              <a:t>directed</a:t>
            </a:r>
            <a:r>
              <a:rPr lang="sk-SK" b="1" dirty="0"/>
              <a:t> </a:t>
            </a:r>
            <a:r>
              <a:rPr lang="sk-SK" b="1" dirty="0" err="1"/>
              <a:t>broadcast</a:t>
            </a:r>
            <a:r>
              <a:rPr lang="sk-SK" b="1" dirty="0"/>
              <a:t> </a:t>
            </a:r>
            <a:r>
              <a:rPr lang="sk-SK" dirty="0"/>
              <a:t>správu preposlať ďalej, </a:t>
            </a:r>
            <a:br>
              <a:rPr lang="sk-SK" dirty="0"/>
            </a:br>
            <a:r>
              <a:rPr lang="sk-SK" dirty="0"/>
              <a:t>ale je potrebné to explicitne na </a:t>
            </a:r>
            <a:r>
              <a:rPr lang="sk-SK" dirty="0" err="1"/>
              <a:t>routroch</a:t>
            </a:r>
            <a:r>
              <a:rPr lang="sk-SK" dirty="0"/>
              <a:t> povoliť.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Nastavenie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socket.SO_REUSEADDR</a:t>
            </a:r>
            <a:r>
              <a:rPr lang="sk-SK" dirty="0"/>
              <a:t> umožní, </a:t>
            </a:r>
            <a:br>
              <a:rPr lang="sk-SK" dirty="0"/>
            </a:br>
            <a:r>
              <a:rPr lang="sk-SK" dirty="0"/>
              <a:t>aby na porte mohli naraz počúvať viaceré aplikácie.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4755275-A0FB-99B7-C08B-C097C2CF3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Broadcast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868616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CBDE6C-D9A8-136A-E799-236405F6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40A2E02-6D73-9221-4204-31026DA65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534750" cy="446227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socket.socket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socket.AF_INET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socket.SOCK_DGRAM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# povolíme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broadcast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sock.setsockopt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socket.SOL_SOCKET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socket.SO_BROADCAST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1)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# Možnosti cieľovej adresy: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b"HELLO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("255.255.255.255", 9999)) #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limited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b"HELLO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("192.168.1.255", 9999))   #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directed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b"HELLO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("&lt;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broadcast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&gt;", 9999))     # špeciálny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string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369C7ED-35F9-707C-2925-31BD3E65C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Broadcast</a:t>
            </a:r>
            <a:r>
              <a:rPr lang="sk-SK" dirty="0"/>
              <a:t> - vysielanie</a:t>
            </a:r>
          </a:p>
        </p:txBody>
      </p:sp>
    </p:spTree>
    <p:extLst>
      <p:ext uri="{BB962C8B-B14F-4D97-AF65-F5344CB8AC3E}">
        <p14:creationId xmlns:p14="http://schemas.microsoft.com/office/powerpoint/2010/main" val="3861929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31358F-4102-9BB1-3199-11DDEBAD9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6997F13-88B3-F5E6-7C04-07C304B9C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one</a:t>
            </a:r>
            <a:r>
              <a:rPr lang="sk-SK" b="1" dirty="0"/>
              <a:t>-to-</a:t>
            </a:r>
            <a:r>
              <a:rPr lang="sk-SK" b="1" dirty="0" err="1"/>
              <a:t>many</a:t>
            </a:r>
            <a:r>
              <a:rPr lang="sk-SK" i="1" dirty="0"/>
              <a:t> - správa je poslaná viacerým zariadeniam a to tým, </a:t>
            </a:r>
            <a:br>
              <a:rPr lang="sk-SK" i="1" dirty="0"/>
            </a:br>
            <a:r>
              <a:rPr lang="sk-SK" i="1" dirty="0"/>
              <a:t>ktoré sa sami prihlásia na odber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/>
              <a:t>Multicast</a:t>
            </a:r>
            <a:r>
              <a:rPr lang="sk-SK" dirty="0"/>
              <a:t> správy von je možné na </a:t>
            </a:r>
            <a:r>
              <a:rPr lang="sk-SK" dirty="0" err="1"/>
              <a:t>routroch</a:t>
            </a:r>
            <a:r>
              <a:rPr lang="sk-SK" dirty="0"/>
              <a:t> povoliť ručne, </a:t>
            </a:r>
            <a:br>
              <a:rPr lang="sk-SK" dirty="0"/>
            </a:br>
            <a:r>
              <a:rPr lang="sk-SK" dirty="0"/>
              <a:t>napr. vo firemných sieťach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Využitie je v IPTV / </a:t>
            </a:r>
            <a:r>
              <a:rPr lang="sk-SK" dirty="0" err="1"/>
              <a:t>live</a:t>
            </a:r>
            <a:r>
              <a:rPr lang="sk-SK" dirty="0"/>
              <a:t> TV, </a:t>
            </a:r>
            <a:r>
              <a:rPr lang="sk-SK" dirty="0" err="1"/>
              <a:t>IoT</a:t>
            </a:r>
            <a:r>
              <a:rPr lang="sk-SK" dirty="0"/>
              <a:t> zariadeniach (</a:t>
            </a:r>
            <a:r>
              <a:rPr lang="sk-SK" dirty="0" err="1"/>
              <a:t>Smart</a:t>
            </a:r>
            <a:r>
              <a:rPr lang="sk-SK" dirty="0"/>
              <a:t> Home) a </a:t>
            </a:r>
            <a:br>
              <a:rPr lang="sk-SK" dirty="0"/>
            </a:br>
            <a:r>
              <a:rPr lang="sk-SK" dirty="0"/>
              <a:t>pri objavovaní (napr. tlačiarne)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1BABD2E6-E564-7709-23B7-B26BEE538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Multicast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892070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95276B-E494-46B0-72BA-33DBAD371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6B60EEC-654E-2250-7F8D-196CCE252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Musíme zvoliť IT adresu skupiny, v ktorej budeme komunikovať.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Rozsah IP adries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224.0.0.0 - 239.255.255.255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Pre aplikácie je časť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239.0.0.0 - 239.255.255.255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Prijímateľ sa prihlási do skupiny a až potom môže začať prijímať správy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Po ukončení prijímania sa zo skupiny odhlási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1F77BA24-EE8D-8D3F-7665-D2C457305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Multicast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517761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731E0F-2BA4-9178-FC74-469ADAB1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3913788-5D52-70F3-8EC9-BC86AAC1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091" y="1458410"/>
            <a:ext cx="11690431" cy="512758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socket.socket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socket.AF_INET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socket.SOCK_DGRAM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sock.setsockopt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socket.SOL_SOCKET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socket.SO_REUSEADDR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1)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sock.bind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(("",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5007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)) # dôležité: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bind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na prázdnu adresu!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# Prihlásenie sa do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multicast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skupiny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mreq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struct.pack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("4s4s",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socket.inet_aton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"239.1.2.3"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socket.inet_aton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("0.0.0.0"))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sock.setsockopt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socket.IPPROTO_IP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socket.IP_ADD_MEMBERSHIP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mreq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data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sock.recvfrom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(1024)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message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data.decode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('utf-8',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errors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='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replace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')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f"Prijaté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od 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[0]}:{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[1]} 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message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}")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# Odhlásenie z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multicast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skupiny 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leave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sock.setsockopt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socket.IPPROTO_IP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socket.IP_DROP_MEMBERSHIP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mreq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99B91A02-D19B-5D1D-297F-94333FD16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Multicast</a:t>
            </a:r>
            <a:r>
              <a:rPr lang="sk-SK" dirty="0"/>
              <a:t> - prijímanie</a:t>
            </a:r>
          </a:p>
        </p:txBody>
      </p:sp>
    </p:spTree>
    <p:extLst>
      <p:ext uri="{BB962C8B-B14F-4D97-AF65-F5344CB8AC3E}">
        <p14:creationId xmlns:p14="http://schemas.microsoft.com/office/powerpoint/2010/main" val="2748758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DBE13B-4930-A07B-70C1-48997316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6F3372-6CF8-71D0-AEF1-F33DE1F11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9925869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b="1" dirty="0" err="1"/>
              <a:t>one</a:t>
            </a:r>
            <a:r>
              <a:rPr lang="sk-SK" b="1" dirty="0"/>
              <a:t>-to-</a:t>
            </a:r>
            <a:r>
              <a:rPr lang="sk-SK" b="1" dirty="0" err="1"/>
              <a:t>one</a:t>
            </a:r>
            <a:r>
              <a:rPr lang="sk-SK" b="1" dirty="0"/>
              <a:t>-of-</a:t>
            </a:r>
            <a:r>
              <a:rPr lang="sk-SK" b="1" dirty="0" err="1"/>
              <a:t>many</a:t>
            </a:r>
            <a:r>
              <a:rPr lang="sk-SK" i="1" dirty="0"/>
              <a:t> - správa je poslaná jednému zariadeniu </a:t>
            </a:r>
            <a:br>
              <a:rPr lang="sk-SK" i="1" dirty="0"/>
            </a:br>
            <a:r>
              <a:rPr lang="sk-SK" i="1" dirty="0"/>
              <a:t>(väčšinou najbližšiemu) z množiny zariadení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Všetky zariadenia v skupine majú </a:t>
            </a:r>
            <a:r>
              <a:rPr lang="sk-SK" b="1" dirty="0"/>
              <a:t>úplne rovnakú IP adresu</a:t>
            </a:r>
            <a:r>
              <a:rPr lang="sk-SK" dirty="0"/>
              <a:t>!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Smeruje správu fyzicky najbližšiemu zariadeniu.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Funguje hlavne na globálnej sieti a využíva sa na to, </a:t>
            </a:r>
            <a:br>
              <a:rPr lang="sk-SK" dirty="0"/>
            </a:br>
            <a:r>
              <a:rPr lang="sk-SK" dirty="0"/>
              <a:t>aby správy nešli zbytočne dlhú cestu.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Nastavuje sa iba na strane serverov a siete, </a:t>
            </a:r>
            <a:br>
              <a:rPr lang="sk-SK" dirty="0"/>
            </a:br>
            <a:r>
              <a:rPr lang="sk-SK" b="1" dirty="0"/>
              <a:t>klient o ničom nevie a nič extra nerobí.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2E4B260D-D7A2-BB3C-3550-0F7C1508F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Anycast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941048885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13837</TotalTime>
  <Words>670</Words>
  <Application>Microsoft Office PowerPoint</Application>
  <PresentationFormat>Širokouhlá</PresentationFormat>
  <Paragraphs>72</Paragraphs>
  <Slides>11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19 </vt:lpstr>
      <vt:lpstr>Typy smerovania správ</vt:lpstr>
      <vt:lpstr>Unicast</vt:lpstr>
      <vt:lpstr>Broadcast</vt:lpstr>
      <vt:lpstr>Broadcast</vt:lpstr>
      <vt:lpstr>Broadcast - vysielanie</vt:lpstr>
      <vt:lpstr>Multicast</vt:lpstr>
      <vt:lpstr>Multicast</vt:lpstr>
      <vt:lpstr>Multicast - prijímanie</vt:lpstr>
      <vt:lpstr>Anycast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58</cp:revision>
  <dcterms:created xsi:type="dcterms:W3CDTF">2025-09-05T09:09:34Z</dcterms:created>
  <dcterms:modified xsi:type="dcterms:W3CDTF">2026-02-19T21:27:02Z</dcterms:modified>
</cp:coreProperties>
</file>
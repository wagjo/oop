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58" r:id="rId4"/>
    <p:sldId id="267" r:id="rId5"/>
    <p:sldId id="277" r:id="rId6"/>
    <p:sldId id="278" r:id="rId7"/>
    <p:sldId id="279" r:id="rId8"/>
    <p:sldId id="280" r:id="rId9"/>
    <p:sldId id="281" r:id="rId10"/>
    <p:sldId id="282" r:id="rId11"/>
    <p:sldId id="28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13. 10. 2025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13. 10. 2025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13. 10. 2025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13. 10. 2025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13. 10. 2025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13. 10. 2025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13. 10. 2025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op.wagjo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Proces</a:t>
            </a:r>
            <a:r>
              <a:rPr lang="en-US" dirty="0"/>
              <a:t> v</a:t>
            </a:r>
            <a:r>
              <a:rPr lang="sk-SK" dirty="0" err="1"/>
              <a:t>ytvárania</a:t>
            </a:r>
            <a:r>
              <a:rPr lang="sk-SK" dirty="0"/>
              <a:t> objektu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Inicializácia objektu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Konštruktory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Statická inicializácia triedy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D5FFFD-949C-5777-368D-7616CC67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/>
              <a:t>Proces vytvárania objektu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834EA18-2911-E0AA-A6B4-7AC44110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6" y="1603602"/>
            <a:ext cx="8953716" cy="498007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pl-PL" dirty="0"/>
              <a:t>Nový objekt sa vytvára pomocou operátora </a:t>
            </a:r>
            <a:r>
              <a:rPr lang="pl-PL" dirty="0"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pl-PL" dirty="0"/>
              <a:t>Vytváranie objektu sa skladá z dvoch častí:</a:t>
            </a:r>
          </a:p>
          <a:p>
            <a:pPr marL="971550" lvl="1" indent="-514350">
              <a:spcBef>
                <a:spcPts val="1200"/>
              </a:spcBef>
              <a:buFont typeface="+mj-lt"/>
              <a:buAutoNum type="arabicPeriod"/>
            </a:pPr>
            <a:r>
              <a:rPr lang="pl-PL" sz="2800" dirty="0"/>
              <a:t>Alokácia pamäti pre objekt</a:t>
            </a:r>
          </a:p>
          <a:p>
            <a:pPr marL="971550" lvl="1" indent="-514350">
              <a:spcBef>
                <a:spcPts val="1200"/>
              </a:spcBef>
              <a:buFont typeface="+mj-lt"/>
              <a:buAutoNum type="arabicPeriod"/>
            </a:pPr>
            <a:r>
              <a:rPr lang="pl-PL" sz="2800" dirty="0"/>
              <a:t>Inicializácia objektu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Príklad: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potkan = new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3200" dirty="0">
                <a:highlight>
                  <a:srgbClr val="FFFF00"/>
                </a:highlight>
                <a:latin typeface="Consolas" panose="020B0609020204030204" pitchFamily="49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427849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93B10-2E41-C701-3360-8A6B10EA4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F6475C-8AE4-1B52-20C6-BFA2AE5B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Inicializácia objektu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B8D3C36-B54C-15A2-A394-4B84ABC28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6" y="1603602"/>
            <a:ext cx="8953716" cy="4720998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Vykoná sa po alokácii pamäti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Cieľom je nastaviť atribúty objektu na správne hodnoty.</a:t>
            </a:r>
          </a:p>
          <a:p>
            <a:pPr marL="0" indent="0">
              <a:spcBef>
                <a:spcPts val="1200"/>
              </a:spcBef>
              <a:buNone/>
            </a:pPr>
            <a:endParaRPr lang="sk-SK" sz="1100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3 časti inicializácie, vykonávajú sa v poradí</a:t>
            </a:r>
          </a:p>
          <a:p>
            <a:pPr marL="971550" lvl="1" indent="-514350">
              <a:spcBef>
                <a:spcPts val="1200"/>
              </a:spcBef>
              <a:buFont typeface="+mj-lt"/>
              <a:buAutoNum type="arabicPeriod"/>
            </a:pPr>
            <a:r>
              <a:rPr lang="sk-SK" sz="2800" dirty="0"/>
              <a:t>Priama inicializácia atribútov</a:t>
            </a:r>
          </a:p>
          <a:p>
            <a:pPr marL="971550" lvl="1" indent="-514350">
              <a:spcBef>
                <a:spcPts val="1200"/>
              </a:spcBef>
              <a:buFont typeface="+mj-lt"/>
              <a:buAutoNum type="arabicPeriod"/>
            </a:pPr>
            <a:r>
              <a:rPr lang="sk-SK" sz="2800" dirty="0"/>
              <a:t>Inicializačný blok</a:t>
            </a:r>
          </a:p>
          <a:p>
            <a:pPr marL="971550" lvl="1" indent="-514350">
              <a:spcBef>
                <a:spcPts val="1200"/>
              </a:spcBef>
              <a:buFont typeface="+mj-lt"/>
              <a:buAutoNum type="arabicPeriod"/>
            </a:pPr>
            <a:r>
              <a:rPr lang="sk-SK" sz="2800" dirty="0"/>
              <a:t>Konštruktor</a:t>
            </a:r>
          </a:p>
          <a:p>
            <a:pPr marL="457200" lvl="1" indent="0">
              <a:spcBef>
                <a:spcPts val="1200"/>
              </a:spcBef>
              <a:buNone/>
            </a:pPr>
            <a:endParaRPr lang="sk-SK" sz="1100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Ak nejaký atribút neinicializujeme, inicializuje sa automaticky na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sk-SK" dirty="0"/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null</a:t>
            </a:r>
            <a:r>
              <a:rPr lang="sk-SK" dirty="0"/>
              <a:t> alebo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765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AE536-6D63-1D97-683C-2D6782DCD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19B5AB-D221-4ED0-2D9A-6FD0815E8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Priama inicializácia atribútov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1A496D3-DD2A-62B1-1B4E-BDE801647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068" y="1771877"/>
            <a:ext cx="9932124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health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= 100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 // priama inicializácia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 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// použitie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potkan 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assert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potkan.getHealth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== 100 : 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Mlady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potkan ma mat zdravie 100";</a:t>
            </a:r>
          </a:p>
        </p:txBody>
      </p:sp>
    </p:spTree>
    <p:extLst>
      <p:ext uri="{BB962C8B-B14F-4D97-AF65-F5344CB8AC3E}">
        <p14:creationId xmlns:p14="http://schemas.microsoft.com/office/powerpoint/2010/main" val="855013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5FDEC-CE77-4F0A-EFF1-459013725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CB8DE3-A7A3-4564-8C65-8D84CAAC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Inicializačný blok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CDBCC1B-E304-7C3B-8B67-7823B102F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068" y="1771877"/>
            <a:ext cx="9932124" cy="4720998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damage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// inštančný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inicializátor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100;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damage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0.5;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 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0172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640A76-164A-AC29-5B1B-ADBC9CBBF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6F403D-971C-4944-5C05-4DC5BBCFF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Konštruktor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7B28799-30BC-DA5B-87DC-B74541DC2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068" y="1771877"/>
            <a:ext cx="9932124" cy="4720998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damage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// konštruktor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100;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damage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0.5;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 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0492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7C885-AB1A-B3AC-4824-986AABA1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C351F5-FA73-6F7F-BB44-030A6944C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Konštruktor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DA1225C-4C7F-60C4-18AB-D6C8E4B60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6" y="1603602"/>
            <a:ext cx="8953716" cy="472099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Konštruktor je špeciálna metóda, ktorá </a:t>
            </a:r>
            <a:r>
              <a:rPr lang="sk-SK" b="1" dirty="0"/>
              <a:t>nemá návratový typ a má rovnaký názov ako jeho trieda</a:t>
            </a:r>
            <a:r>
              <a:rPr lang="sk-SK" dirty="0"/>
              <a:t>.</a:t>
            </a:r>
          </a:p>
          <a:p>
            <a:pPr lvl="1">
              <a:lnSpc>
                <a:spcPct val="100000"/>
              </a:lnSpc>
            </a:pPr>
            <a:r>
              <a:rPr lang="sk-SK" sz="2800" i="1" dirty="0" err="1"/>
              <a:t>defaultný</a:t>
            </a:r>
            <a:r>
              <a:rPr lang="sk-SK" sz="2800" i="1" dirty="0"/>
              <a:t> konštruktor</a:t>
            </a:r>
            <a:r>
              <a:rPr lang="sk-SK" sz="2800" dirty="0"/>
              <a:t> - nemá žiadne argumenty</a:t>
            </a:r>
          </a:p>
          <a:p>
            <a:pPr lvl="1">
              <a:lnSpc>
                <a:spcPct val="100000"/>
              </a:lnSpc>
            </a:pPr>
            <a:r>
              <a:rPr lang="sk-SK" sz="2800" i="1" dirty="0"/>
              <a:t>kopírovací konštruktor</a:t>
            </a:r>
            <a:r>
              <a:rPr lang="sk-SK" sz="2800" dirty="0"/>
              <a:t> - má jeden argument, typu svojej triedy</a:t>
            </a:r>
          </a:p>
          <a:p>
            <a:pPr lvl="1">
              <a:lnSpc>
                <a:spcPct val="100000"/>
              </a:lnSpc>
            </a:pPr>
            <a:r>
              <a:rPr lang="sk-SK" sz="2800" i="1" dirty="0" err="1"/>
              <a:t>parametrizovaný</a:t>
            </a:r>
            <a:r>
              <a:rPr lang="sk-SK" sz="2800" i="1" dirty="0"/>
              <a:t> konštruktor</a:t>
            </a:r>
            <a:r>
              <a:rPr lang="sk-SK" sz="2800" dirty="0"/>
              <a:t> - má jeden alebo viac argumentov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Ak nemáme napísaný žiadny konštruktor, Java automaticky vygeneruje </a:t>
            </a:r>
            <a:r>
              <a:rPr lang="sk-SK" dirty="0" err="1"/>
              <a:t>defaultný</a:t>
            </a:r>
            <a:r>
              <a:rPr lang="sk-SK" dirty="0"/>
              <a:t> konštruktor.</a:t>
            </a:r>
            <a:endParaRPr lang="sk-SK" sz="3200" dirty="0"/>
          </a:p>
        </p:txBody>
      </p:sp>
    </p:spTree>
    <p:extLst>
      <p:ext uri="{BB962C8B-B14F-4D97-AF65-F5344CB8AC3E}">
        <p14:creationId xmlns:p14="http://schemas.microsoft.com/office/powerpoint/2010/main" val="2509074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D572FD-ED40-C115-D6F5-7A5A9E1B2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77FB9A-E781-8747-2D66-6B52661B7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Konštruktor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73BDA56-00FA-7C41-5611-F76715429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100" y="1530450"/>
            <a:ext cx="10809948" cy="472099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defaultný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konštruktor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100;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damage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0.5;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other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  // kopírovací konštruktor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other.health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damage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other.damage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damage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parametrizovaný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konštruktor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100;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this.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damage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damage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1636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06514-7A19-DA3A-F3C1-8A7F7B4DB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6C9D12-2C4D-57E4-80D4-5187DF12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Modifikátor prístupu konštruktora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602CC4-F6CE-E80A-E191-41265338C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314"/>
            <a:ext cx="10809948" cy="472099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/>
              <a:t>Konštruktor môže byť privátny, vtedy voláme továrenské metódy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damage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health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100;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this.damage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damage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// továrenské metódy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newRat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(0.5);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newEliteRat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(2);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27649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6A4A4F-27A9-7F99-068E-1DD5C4D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AE452E-53FD-4183-BC2D-8470EEF2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Statická inicializácia triedy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3D519CA-5DA5-A3EA-2731-5EE9F423C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852" y="1567026"/>
            <a:ext cx="11297628" cy="472099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/>
              <a:t>Statické atribúty sa inicializujú iba jeden krát a to pri prvom použití triedy. Statická inicializácia má 2 kroky: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sk-SK" sz="2800" dirty="0"/>
              <a:t>Priama inicializácia statických atribútov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sk-SK" sz="2800" dirty="0"/>
              <a:t>Statický inicializačný blok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NORMAL_DAMAGE;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ELITE_DAMAGE;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  // Statický inicializačný blok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NORMAL_DAMAGE = 0.5;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ELITE_DAMAGE = 2;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 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7942561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526</TotalTime>
  <Words>524</Words>
  <Application>Microsoft Office PowerPoint</Application>
  <PresentationFormat>Širokouhlá</PresentationFormat>
  <Paragraphs>125</Paragraphs>
  <Slides>11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8</vt:lpstr>
      <vt:lpstr>Proces vytvárania objektu</vt:lpstr>
      <vt:lpstr>Inicializácia objektu</vt:lpstr>
      <vt:lpstr>Priama inicializácia atribútov</vt:lpstr>
      <vt:lpstr>Inicializačný blok</vt:lpstr>
      <vt:lpstr>Konštruktor</vt:lpstr>
      <vt:lpstr>Konštruktor</vt:lpstr>
      <vt:lpstr>Konštruktor</vt:lpstr>
      <vt:lpstr>Modifikátor prístupu konštruktora</vt:lpstr>
      <vt:lpstr>Statická inicializácia triedy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31</cp:revision>
  <dcterms:created xsi:type="dcterms:W3CDTF">2025-09-05T09:09:34Z</dcterms:created>
  <dcterms:modified xsi:type="dcterms:W3CDTF">2025-10-13T11:45:30Z</dcterms:modified>
</cp:coreProperties>
</file>
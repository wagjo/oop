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6" r:id="rId2"/>
    <p:sldId id="257" r:id="rId3"/>
    <p:sldId id="286" r:id="rId4"/>
    <p:sldId id="303" r:id="rId5"/>
    <p:sldId id="287" r:id="rId6"/>
    <p:sldId id="326" r:id="rId7"/>
    <p:sldId id="327" r:id="rId8"/>
    <p:sldId id="328" r:id="rId9"/>
    <p:sldId id="317" r:id="rId10"/>
    <p:sldId id="329" r:id="rId11"/>
    <p:sldId id="330" r:id="rId12"/>
    <p:sldId id="331" r:id="rId13"/>
    <p:sldId id="332" r:id="rId14"/>
    <p:sldId id="333" r:id="rId15"/>
    <p:sldId id="334" r:id="rId16"/>
    <p:sldId id="336" r:id="rId17"/>
    <p:sldId id="337" r:id="rId18"/>
    <p:sldId id="33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47" d="100"/>
          <a:sy n="47" d="100"/>
        </p:scale>
        <p:origin x="7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91365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7426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1072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6535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9. 12. 2025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7436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9. 12. 2025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0784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9. 12. 2025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175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30819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9. 12. 2025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09070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88806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9. 12. 2025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2091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9. 12. 2025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8281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java/javase/21/docs/api/java.base/java/nio/file/StandardOpenOption.html" TargetMode="External"/><Relationship Id="rId2" Type="http://schemas.openxmlformats.org/officeDocument/2006/relationships/hyperlink" Target="https://docs.oracle.com/en/java/javase/21/docs/api/java.base/java/time/Month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oracle.com/en/java/javase/21/docs/api/java.base/java/math/RoundingMode.html" TargetMode="External"/><Relationship Id="rId4" Type="http://schemas.openxmlformats.org/officeDocument/2006/relationships/hyperlink" Target="https://docs.oracle.com/en/java/javase/21/docs/api/java.base/java/util/concurrent/TimeUni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323955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786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Teória </a:t>
            </a:r>
            <a:r>
              <a:rPr lang="en-US" sz="4000" dirty="0"/>
              <a:t>14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5870448" cy="4180542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Enumera</a:t>
            </a:r>
            <a:r>
              <a:rPr lang="sk-SK" dirty="0" err="1"/>
              <a:t>čné</a:t>
            </a:r>
            <a:r>
              <a:rPr lang="sk-SK" dirty="0"/>
              <a:t> typy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Pomocou </a:t>
            </a:r>
            <a:r>
              <a:rPr lang="sk-SK" dirty="0" err="1"/>
              <a:t>Stringov</a:t>
            </a:r>
            <a:r>
              <a:rPr lang="sk-SK" dirty="0"/>
              <a:t> a celých čísel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Pomocou tried a dedičnosti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Trieda </a:t>
            </a:r>
            <a:r>
              <a:rPr lang="sk-SK" dirty="0" err="1"/>
              <a:t>enum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42C44-59E7-C8F0-1590-CED16FCC5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847628F-FCF0-D006-5EEC-0A3BE32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Enumeračné typy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34E8006-664C-5DF5-91F6-29AED5E4B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94458"/>
            <a:ext cx="10186416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 Nečíselné dátové typy s konečným počtom hodnôt 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Stav objednávky: nová, </a:t>
            </a:r>
            <a:r>
              <a:rPr lang="sk-SK" dirty="0" err="1"/>
              <a:t>zpracovávaná</a:t>
            </a:r>
            <a:r>
              <a:rPr lang="sk-SK" dirty="0"/>
              <a:t>, expedovaná, doručená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Dni v týždni: pondelok, utorok, streda, štvrtok, piatok, sobota, nedeľa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Pohlavie: muž, žena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Svetové strany: sever, juh, východ, západ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sk-SK" dirty="0"/>
              <a:t>Veľkosť trička: XS, S, M, L, XL, XXL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endParaRPr lang="sk-SK" dirty="0"/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pl-PL" dirty="0"/>
              <a:t>Ako takéto hodnoty čo najlepšie v Jave reprezentovať?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417867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E7315-CEE1-0943-15B0-737F96EE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783EC6-6E4D-8BCB-CD4F-2B40524F3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Enumeračné typy pomocou </a:t>
            </a:r>
            <a:r>
              <a:rPr lang="sk-SK" dirty="0" err="1"/>
              <a:t>Stringov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79FD30-4AE9-48ED-37AE-008C68EDD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670252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Reťazce vieme použiť v týchto prípadoch:</a:t>
            </a:r>
          </a:p>
          <a:p>
            <a:r>
              <a:rPr lang="sk-SK" dirty="0"/>
              <a:t>hodnôt je pomerne veľa (cca viac ako 30)</a:t>
            </a:r>
          </a:p>
          <a:p>
            <a:r>
              <a:rPr lang="sk-SK" dirty="0"/>
              <a:t>hodnoty nevieme zoradiť</a:t>
            </a:r>
          </a:p>
          <a:p>
            <a:r>
              <a:rPr lang="sk-SK" dirty="0"/>
              <a:t>v budúcnosti môžu pribudnúť nové hodnoty</a:t>
            </a:r>
          </a:p>
          <a:p>
            <a:r>
              <a:rPr lang="sk-SK" dirty="0"/>
              <a:t>hodnoty sú rovnocenné, teda nemáme niektoré hodnoty, ktoré majú špeciálnu logiku alebo dáta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Nevýhody:</a:t>
            </a:r>
          </a:p>
          <a:p>
            <a:r>
              <a:rPr lang="sk-SK" dirty="0"/>
              <a:t>pri zadávaní môže nastať preklep</a:t>
            </a:r>
          </a:p>
          <a:p>
            <a:r>
              <a:rPr lang="sk-SK" dirty="0"/>
              <a:t>nemáme žiadnu typovú kontrolu</a:t>
            </a:r>
          </a:p>
        </p:txBody>
      </p:sp>
    </p:spTree>
    <p:extLst>
      <p:ext uri="{BB962C8B-B14F-4D97-AF65-F5344CB8AC3E}">
        <p14:creationId xmlns:p14="http://schemas.microsoft.com/office/powerpoint/2010/main" val="81309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500484-6CDE-A4F1-17ED-33B161D1A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89B3A4D-1AB0-0EEF-8373-C830C063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555"/>
            <a:ext cx="10515600" cy="732155"/>
          </a:xfrm>
        </p:spPr>
        <p:txBody>
          <a:bodyPr>
            <a:normAutofit/>
          </a:bodyPr>
          <a:lstStyle/>
          <a:p>
            <a:r>
              <a:rPr lang="sk-SK" dirty="0" err="1"/>
              <a:t>String</a:t>
            </a:r>
            <a:r>
              <a:rPr lang="sk-SK" dirty="0"/>
              <a:t> ako enumeračný typ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096F214-3C7A-E266-2972-A238A78F2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603" y="1046453"/>
            <a:ext cx="6109933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Person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//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country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Person(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country)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this.country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country;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getCountry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country;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Person p =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new Person("SK");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p.getCountry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4" name="Zástupný objekt pre obsah 2">
            <a:extLst>
              <a:ext uri="{FF2B5EF4-FFF2-40B4-BE49-F238E27FC236}">
                <a16:creationId xmlns:a16="http://schemas.microsoft.com/office/drawing/2014/main" id="{983342FE-9AF3-312B-7A5D-0B276581ED62}"/>
              </a:ext>
            </a:extLst>
          </p:cNvPr>
          <p:cNvSpPr txBox="1">
            <a:spLocks/>
          </p:cNvSpPr>
          <p:nvPr/>
        </p:nvSpPr>
        <p:spPr>
          <a:xfrm>
            <a:off x="6803136" y="1253364"/>
            <a:ext cx="5239511" cy="4773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sk-SK" dirty="0"/>
              <a:t>Príklady: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sk-SK" dirty="0"/>
              <a:t>krajina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sk-SK" dirty="0"/>
              <a:t>platobná mena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sk-SK" dirty="0"/>
              <a:t>kategórie výrobkov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sk-SK" dirty="0"/>
              <a:t>značky tovarov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sk-SK" dirty="0"/>
              <a:t>kategórie z databáz, nad ktorými nemáme kontrolu.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cxnSp>
        <p:nvCxnSpPr>
          <p:cNvPr id="7" name="Rovná spojnica 6">
            <a:extLst>
              <a:ext uri="{FF2B5EF4-FFF2-40B4-BE49-F238E27FC236}">
                <a16:creationId xmlns:a16="http://schemas.microsoft.com/office/drawing/2014/main" id="{3634EAB8-3D5E-A034-E505-0AC931125545}"/>
              </a:ext>
            </a:extLst>
          </p:cNvPr>
          <p:cNvCxnSpPr/>
          <p:nvPr/>
        </p:nvCxnSpPr>
        <p:spPr>
          <a:xfrm>
            <a:off x="6647688" y="1046453"/>
            <a:ext cx="0" cy="5326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56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BB3985-2EDC-1843-ECFE-9FD1C6AA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C4E507-C763-1CAA-95E7-95682BD1B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Pomocou číselných typov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F98102D-8AFE-8E52-E948-A0D07D906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670252" cy="49800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sk-SK" dirty="0"/>
              <a:t>Číselné typy vieme použiť v týchto prípadoch:</a:t>
            </a:r>
          </a:p>
          <a:p>
            <a:r>
              <a:rPr lang="sk-SK" dirty="0"/>
              <a:t>hodnoty vieme zoradiť</a:t>
            </a:r>
          </a:p>
          <a:p>
            <a:r>
              <a:rPr lang="sk-SK" dirty="0"/>
              <a:t>hodnôt je veľké množstvo (viac ako 30)</a:t>
            </a:r>
          </a:p>
          <a:p>
            <a:r>
              <a:rPr lang="sk-SK" dirty="0"/>
              <a:t>hodnoty majú matematický význam</a:t>
            </a:r>
          </a:p>
          <a:p>
            <a:r>
              <a:rPr lang="sk-SK" dirty="0"/>
              <a:t>potrebujeme veľmi efektívne spracovanie (rýchlosť, málo miesta v pamäti)</a:t>
            </a:r>
          </a:p>
          <a:p>
            <a:r>
              <a:rPr lang="sk-SK" dirty="0"/>
              <a:t>hodnoty majú číselný štandard (HTTP kódy)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Nevýhody:</a:t>
            </a:r>
          </a:p>
          <a:p>
            <a:r>
              <a:rPr lang="sk-SK" dirty="0"/>
              <a:t>musíme štandardizovať číselnú hodnotu (Pondelok bude 0 alebo 1?, Najvyššia priorita je 1 alebo 10?)</a:t>
            </a:r>
          </a:p>
          <a:p>
            <a:r>
              <a:rPr lang="sk-SK" dirty="0"/>
              <a:t>nemáme žiadnu typovú kontrolu</a:t>
            </a:r>
          </a:p>
        </p:txBody>
      </p:sp>
    </p:spTree>
    <p:extLst>
      <p:ext uri="{BB962C8B-B14F-4D97-AF65-F5344CB8AC3E}">
        <p14:creationId xmlns:p14="http://schemas.microsoft.com/office/powerpoint/2010/main" val="839843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EE465-E694-68B9-CA92-BB9E6023C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2EA83B-7382-7AF1-A8AA-D246749A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555"/>
            <a:ext cx="10515600" cy="732155"/>
          </a:xfrm>
        </p:spPr>
        <p:txBody>
          <a:bodyPr>
            <a:normAutofit/>
          </a:bodyPr>
          <a:lstStyle/>
          <a:p>
            <a:r>
              <a:rPr lang="sk-SK" dirty="0"/>
              <a:t>Celé číslo ako enumeračný typ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F2CDF5BD-1BA4-E5D3-C272-E6DEFE1B7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603" y="1046453"/>
            <a:ext cx="10983685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Response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body;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Response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body)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this.body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body;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boolean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isSuccess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&gt;= 200 &amp;&amp;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&lt; 300;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boolean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isNotFound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== 404;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// Použitie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Response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r = new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Response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(404, "Stránka nenájdená");</a:t>
            </a:r>
          </a:p>
        </p:txBody>
      </p:sp>
    </p:spTree>
    <p:extLst>
      <p:ext uri="{BB962C8B-B14F-4D97-AF65-F5344CB8AC3E}">
        <p14:creationId xmlns:p14="http://schemas.microsoft.com/office/powerpoint/2010/main" val="475300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3ABA5-AB4B-8FD3-DE06-6017FF44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CE8953-7258-D08D-5FDA-BC35794BB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Pomocou tried a dedičnosti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1EAED84-3EB2-8D79-916B-79B719C72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670252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Triedy a dedičnosť typy vieme použiť ak:</a:t>
            </a:r>
          </a:p>
          <a:p>
            <a:r>
              <a:rPr lang="sk-SK" dirty="0"/>
              <a:t>hodnôt nie je veľa</a:t>
            </a:r>
          </a:p>
          <a:p>
            <a:r>
              <a:rPr lang="sk-SK" dirty="0"/>
              <a:t>k hodnotám je potrebné priradiť dodatočnú logiku alebo stav/dáta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sk-SK" dirty="0"/>
              <a:t>Nevýhody:</a:t>
            </a:r>
          </a:p>
          <a:p>
            <a:r>
              <a:rPr lang="sk-SK" dirty="0"/>
              <a:t>Existuje viacero inštancií jednej hodnoty</a:t>
            </a:r>
          </a:p>
          <a:p>
            <a:r>
              <a:rPr lang="sk-SK" dirty="0"/>
              <a:t>Príliš veľa kódu, veľká zložitosť</a:t>
            </a:r>
          </a:p>
        </p:txBody>
      </p:sp>
    </p:spTree>
    <p:extLst>
      <p:ext uri="{BB962C8B-B14F-4D97-AF65-F5344CB8AC3E}">
        <p14:creationId xmlns:p14="http://schemas.microsoft.com/office/powerpoint/2010/main" val="3253020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E0DD4-FD6C-7C2B-3498-68F5374E6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5CEF557-09F7-6BAE-EAD4-73DFD96F0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696" y="296645"/>
            <a:ext cx="10354056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Objednavka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Tovar[] tovar;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celkovaSuma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Adresa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adresa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Platba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sposobPlatby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Platba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abstract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boolean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mozeOdoslat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Dobierka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Platba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boolean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mozeOdoslat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5287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532C2-8AAA-55F4-6178-6DCC01E0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0A2E7A6-57B5-B14E-98BB-DBCADA873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696" y="296645"/>
            <a:ext cx="10354056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PlatbaKartou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Platba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boolean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jeZaplatene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boolean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mozeOdoslat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jeZaplatene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otvorPlatobnuBranu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//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0061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D2EC80-3BB0-F480-73B5-7430E58F6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47F8C01-0043-4B1A-9CA7-7100B8174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696" y="296645"/>
            <a:ext cx="10354056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PlatbaPrevodom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extends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Platba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variabilnySymbol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boolean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mozeOdoslat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// ... skontroluj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ucet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getVariabilnySymbol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variabilnySymbol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4448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10FB-E6A5-B493-55A3-8228B52ED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062C4D-7DDC-C39E-63CD-60D2DE640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Pomocou </a:t>
            </a:r>
            <a:r>
              <a:rPr lang="sk-SK" dirty="0" err="1"/>
              <a:t>enum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1F5DE57-24A8-28ED-BD2B-181DCFF7D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8670252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 err="1"/>
              <a:t>Enum</a:t>
            </a:r>
            <a:r>
              <a:rPr lang="sk-SK" dirty="0"/>
              <a:t> (</a:t>
            </a:r>
            <a:r>
              <a:rPr lang="sk-SK" dirty="0" err="1"/>
              <a:t>enumeration</a:t>
            </a:r>
            <a:r>
              <a:rPr lang="sk-SK" dirty="0"/>
              <a:t>) je špeciálny typ triedy v Jave, ktorý reprezentuje pevný, nemenný a obmedzený zoznam hodnôt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enum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>
                <a:highlight>
                  <a:srgbClr val="FFFF00"/>
                </a:highlight>
                <a:latin typeface="Consolas" panose="020B0609020204030204" pitchFamily="49" charset="0"/>
              </a:rPr>
              <a:t>Pohlavie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 MUZ, ZENA } </a:t>
            </a:r>
          </a:p>
          <a:p>
            <a:pPr marL="0" indent="0">
              <a:buNone/>
            </a:pP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enum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1" dirty="0">
                <a:highlight>
                  <a:srgbClr val="FFFF00"/>
                </a:highlight>
                <a:latin typeface="Consolas" panose="020B0609020204030204" pitchFamily="49" charset="0"/>
              </a:rPr>
              <a:t>S</a:t>
            </a:r>
            <a:r>
              <a:rPr lang="sk-SK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vetovaStrana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    SEVER, VYCHOD, JUH, ZAPAD </a:t>
            </a:r>
          </a:p>
          <a:p>
            <a:pPr marL="0" indent="0"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71999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E934F4-9A0B-15F0-CFE1-317B2DD9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590A4BE-E3C0-12A2-4F19-84D4270EC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875" y="287501"/>
            <a:ext cx="11727397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class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Osoba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meno;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priezvisko;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Pohlavie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pohlavie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Osoba(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meno,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priezvisko,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Pohlavie pohlavie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this.meno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meno;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this.priezvisko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priezvisko;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this.pohlavie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= pohlavie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Osoba o = new Osoba("Ján", "Novák",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Pohlavie.MUZ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if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o.getPohlavie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==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Pohlavie.MUZ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 // použitie v podmienke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//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72797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91D1C-AB72-3A3F-3EEE-C6299D95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922772-2E55-0A00-BE3A-7959D8102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Pomocou </a:t>
            </a:r>
            <a:r>
              <a:rPr lang="sk-SK" dirty="0" err="1"/>
              <a:t>enum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22F9D67-C71C-2CAD-73F1-F46266EA3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10069284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/>
              <a:t>Vlastnosti:</a:t>
            </a:r>
          </a:p>
          <a:p>
            <a:r>
              <a:rPr lang="sk-SK" dirty="0"/>
              <a:t>Hodnoty sú statické konštanty, preto názvy sú veľkými písmenami</a:t>
            </a:r>
          </a:p>
          <a:p>
            <a:r>
              <a:rPr lang="sk-SK" dirty="0"/>
              <a:t>Zakázané vytvárať vlastné objekty </a:t>
            </a:r>
            <a:r>
              <a:rPr lang="sk-SK" dirty="0" err="1"/>
              <a:t>enumu</a:t>
            </a:r>
            <a:endParaRPr lang="sk-SK" dirty="0"/>
          </a:p>
          <a:p>
            <a:r>
              <a:rPr lang="sk-SK" dirty="0"/>
              <a:t>Všetky </a:t>
            </a:r>
            <a:r>
              <a:rPr lang="sk-SK" dirty="0" err="1"/>
              <a:t>enumy</a:t>
            </a:r>
            <a:r>
              <a:rPr lang="sk-SK" dirty="0"/>
              <a:t> dedia od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java.lang.Enum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valueOf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/>
              <a:t> - vytváranie </a:t>
            </a:r>
            <a:r>
              <a:rPr lang="sk-SK" dirty="0" err="1"/>
              <a:t>enumu</a:t>
            </a:r>
            <a:r>
              <a:rPr lang="sk-SK" dirty="0"/>
              <a:t> z reťazca</a:t>
            </a:r>
          </a:p>
          <a:p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name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sk-SK" dirty="0"/>
              <a:t> - názov </a:t>
            </a:r>
            <a:r>
              <a:rPr lang="sk-SK" dirty="0" err="1"/>
              <a:t>enumu</a:t>
            </a:r>
            <a:r>
              <a:rPr lang="sk-SK" dirty="0"/>
              <a:t> vo forme reťazca</a:t>
            </a:r>
            <a:endParaRPr lang="sk-SK" dirty="0"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0920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54EEE-495A-C425-EFBD-4B0C4EEC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CAC89F-E481-79CE-2608-D36D29D3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/>
              <a:t>Pomocou </a:t>
            </a:r>
            <a:r>
              <a:rPr lang="sk-SK" dirty="0" err="1"/>
              <a:t>enum</a:t>
            </a:r>
            <a:endParaRPr lang="sk-SK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A346046-296A-FC06-6EC2-8D5E1B4BD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6" y="1594458"/>
            <a:ext cx="10069284" cy="498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sk-SK" dirty="0" err="1"/>
              <a:t>Enum</a:t>
            </a:r>
            <a:r>
              <a:rPr lang="sk-SK" dirty="0"/>
              <a:t> je vhodný pre nasledovné situácie:</a:t>
            </a:r>
          </a:p>
          <a:p>
            <a:r>
              <a:rPr lang="sk-SK" dirty="0"/>
              <a:t>Existuje pevná množina hodnôt</a:t>
            </a:r>
          </a:p>
          <a:p>
            <a:r>
              <a:rPr lang="sk-SK" dirty="0"/>
              <a:t>Počet hodnôt nie je veľký</a:t>
            </a:r>
          </a:p>
          <a:p>
            <a:r>
              <a:rPr lang="sk-SK" dirty="0"/>
              <a:t>Hodnoty nepotrebujú špeciálne dáta alebo správanie</a:t>
            </a:r>
          </a:p>
          <a:p>
            <a:r>
              <a:rPr lang="sk-SK" dirty="0"/>
              <a:t>Potrebujeme silnú typovú kontrolu</a:t>
            </a:r>
          </a:p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Nevýhody </a:t>
            </a:r>
            <a:r>
              <a:rPr lang="sk-SK" dirty="0" err="1"/>
              <a:t>enumu</a:t>
            </a:r>
            <a:r>
              <a:rPr lang="sk-SK" dirty="0"/>
              <a:t>:</a:t>
            </a:r>
          </a:p>
          <a:p>
            <a:r>
              <a:rPr lang="sk-SK" dirty="0"/>
              <a:t>Zoznam hodnôt je pevne daný a nedá sa rozšíriť</a:t>
            </a:r>
          </a:p>
          <a:p>
            <a:r>
              <a:rPr lang="sk-SK" dirty="0"/>
              <a:t>Je pomalý ak máme veľké množstvo hodnôt (viac ako 1000)</a:t>
            </a:r>
          </a:p>
        </p:txBody>
      </p:sp>
    </p:spTree>
    <p:extLst>
      <p:ext uri="{BB962C8B-B14F-4D97-AF65-F5344CB8AC3E}">
        <p14:creationId xmlns:p14="http://schemas.microsoft.com/office/powerpoint/2010/main" val="3702991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9BABEE-CB75-0C93-FEC7-533002BE5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1101191-D4A5-480E-9575-7383053F9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875" y="287501"/>
            <a:ext cx="11727397" cy="498007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/>
              <a:t>Enum</a:t>
            </a:r>
            <a:r>
              <a:rPr lang="sk-SK" dirty="0"/>
              <a:t> vieme použiť v podmienkach 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switch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enum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OrderStatus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NEW, PAID, SHIPPED, DELIVERED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public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static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sendNotification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OrderStatus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status)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switch (status)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case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System.out.println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("Nová objednávka");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case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PAID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sendEmail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("Platba prijatá");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    // ... Vo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switchi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musia byť všetky hodnoty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enumu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!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62534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691C3-E7C2-E762-E61B-BD025265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742CA6C-1375-0727-9113-415DBFC16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43" y="235190"/>
            <a:ext cx="11660341" cy="6387619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dirty="0" err="1"/>
              <a:t>Enum</a:t>
            </a:r>
            <a:r>
              <a:rPr lang="sk-SK" dirty="0"/>
              <a:t> môže obsahovať dodatočné atribúty a metódy.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enum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Planet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MERCURY(3.303e+23, 2.4397e6),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EARTH(5.976e+24, 6.37814e6);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private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radius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Planet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radius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this.mass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this.radius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radius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  </a:t>
            </a:r>
          </a:p>
        </p:txBody>
      </p:sp>
      <p:sp>
        <p:nvSpPr>
          <p:cNvPr id="2" name="Zástupný objekt pre obsah 2">
            <a:extLst>
              <a:ext uri="{FF2B5EF4-FFF2-40B4-BE49-F238E27FC236}">
                <a16:creationId xmlns:a16="http://schemas.microsoft.com/office/drawing/2014/main" id="{E15F190F-7D37-0C6E-C6C6-CA6686FE57B3}"/>
              </a:ext>
            </a:extLst>
          </p:cNvPr>
          <p:cNvSpPr txBox="1">
            <a:spLocks/>
          </p:cNvSpPr>
          <p:nvPr/>
        </p:nvSpPr>
        <p:spPr>
          <a:xfrm>
            <a:off x="6642899" y="567916"/>
            <a:ext cx="5450258" cy="6387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getMass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surfaceGravity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final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G = 6.6E-11;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return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G *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mass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/ (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radius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*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radius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g =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Planet.EARTH.surfaceGravity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();</a:t>
            </a:r>
          </a:p>
        </p:txBody>
      </p:sp>
      <p:cxnSp>
        <p:nvCxnSpPr>
          <p:cNvPr id="4" name="Rovná spojnica 3">
            <a:extLst>
              <a:ext uri="{FF2B5EF4-FFF2-40B4-BE49-F238E27FC236}">
                <a16:creationId xmlns:a16="http://schemas.microsoft.com/office/drawing/2014/main" id="{4F0426DF-9D5B-4180-A371-B6D87DCF6B59}"/>
              </a:ext>
            </a:extLst>
          </p:cNvPr>
          <p:cNvCxnSpPr/>
          <p:nvPr/>
        </p:nvCxnSpPr>
        <p:spPr>
          <a:xfrm>
            <a:off x="6647688" y="1046453"/>
            <a:ext cx="0" cy="53269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717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4B17F-2F2A-749A-2DA3-5BE1DD16D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531F71-2B0D-10DF-DC7D-AB28023D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k-SK" dirty="0" err="1"/>
              <a:t>Enum</a:t>
            </a:r>
            <a:r>
              <a:rPr lang="sk-SK" dirty="0"/>
              <a:t> v Java API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5DCE9ED-0D54-AC4A-BBBD-C34354C5D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068" y="1603602"/>
            <a:ext cx="10069284" cy="4980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sk-SK" dirty="0"/>
              <a:t>Java API obsahuje niekoľko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enum</a:t>
            </a:r>
            <a:r>
              <a:rPr lang="sk-SK" dirty="0"/>
              <a:t> tried, ktoré sa často používajú:</a:t>
            </a:r>
          </a:p>
          <a:p>
            <a:pPr>
              <a:lnSpc>
                <a:spcPct val="100000"/>
              </a:lnSpc>
            </a:pPr>
            <a:r>
              <a:rPr lang="sk-SK" dirty="0" err="1">
                <a:hlinkClick r:id="rId2"/>
              </a:rPr>
              <a:t>java.time.Month</a:t>
            </a:r>
            <a:r>
              <a:rPr lang="sk-SK" dirty="0"/>
              <a:t> - mesiace v roku -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JANUARY</a:t>
            </a:r>
            <a:r>
              <a:rPr lang="sk-SK" dirty="0"/>
              <a:t>,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MARCH</a:t>
            </a:r>
          </a:p>
          <a:p>
            <a:pPr>
              <a:lnSpc>
                <a:spcPct val="100000"/>
              </a:lnSpc>
            </a:pPr>
            <a:r>
              <a:rPr lang="sk-SK" dirty="0" err="1">
                <a:hlinkClick r:id="rId3"/>
              </a:rPr>
              <a:t>java.nio.file.StandardOpenOption</a:t>
            </a:r>
            <a:r>
              <a:rPr lang="sk-SK" dirty="0"/>
              <a:t> - režim otvárania súboru -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READ</a:t>
            </a:r>
            <a:r>
              <a:rPr lang="sk-SK" dirty="0"/>
              <a:t>,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WRITE</a:t>
            </a:r>
          </a:p>
          <a:p>
            <a:pPr>
              <a:lnSpc>
                <a:spcPct val="100000"/>
              </a:lnSpc>
            </a:pPr>
            <a:r>
              <a:rPr lang="sk-SK" dirty="0" err="1">
                <a:hlinkClick r:id="rId4"/>
              </a:rPr>
              <a:t>java.util.concurrent.TimeUnit</a:t>
            </a:r>
            <a:r>
              <a:rPr lang="sk-SK" dirty="0"/>
              <a:t> - Jednotka času -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DAYS</a:t>
            </a:r>
            <a:r>
              <a:rPr lang="sk-SK" dirty="0"/>
              <a:t>,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SECONDS</a:t>
            </a:r>
          </a:p>
          <a:p>
            <a:pPr>
              <a:lnSpc>
                <a:spcPct val="100000"/>
              </a:lnSpc>
            </a:pPr>
            <a:r>
              <a:rPr lang="sk-SK" dirty="0" err="1">
                <a:hlinkClick r:id="rId5"/>
              </a:rPr>
              <a:t>java.math.RoundingMode</a:t>
            </a:r>
            <a:r>
              <a:rPr lang="sk-SK" dirty="0"/>
              <a:t> - spôsob zaokrúhľovania -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FLOOR</a:t>
            </a:r>
            <a:r>
              <a:rPr lang="sk-SK" dirty="0"/>
              <a:t>,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CEILING</a:t>
            </a:r>
          </a:p>
        </p:txBody>
      </p:sp>
    </p:spTree>
    <p:extLst>
      <p:ext uri="{BB962C8B-B14F-4D97-AF65-F5344CB8AC3E}">
        <p14:creationId xmlns:p14="http://schemas.microsoft.com/office/powerpoint/2010/main" val="3781051909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1178</TotalTime>
  <Words>1067</Words>
  <Application>Microsoft Office PowerPoint</Application>
  <PresentationFormat>Širokouhlá</PresentationFormat>
  <Paragraphs>213</Paragraphs>
  <Slides>18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Teória 14</vt:lpstr>
      <vt:lpstr>Enumeračné typy</vt:lpstr>
      <vt:lpstr>Enumeračné typy pomocou Stringov</vt:lpstr>
      <vt:lpstr>String ako enumeračný typ</vt:lpstr>
      <vt:lpstr>Pomocou číselných typov</vt:lpstr>
      <vt:lpstr>Celé číslo ako enumeračný typ</vt:lpstr>
      <vt:lpstr>Pomocou tried a dedičnosti</vt:lpstr>
      <vt:lpstr>Prezentácia programu PowerPoint</vt:lpstr>
      <vt:lpstr>Prezentácia programu PowerPoint</vt:lpstr>
      <vt:lpstr>Prezentácia programu PowerPoint</vt:lpstr>
      <vt:lpstr>Pomocou enum</vt:lpstr>
      <vt:lpstr>Prezentácia programu PowerPoint</vt:lpstr>
      <vt:lpstr>Pomocou enum</vt:lpstr>
      <vt:lpstr>Pomocou enum</vt:lpstr>
      <vt:lpstr>Prezentácia programu PowerPoint</vt:lpstr>
      <vt:lpstr>Prezentácia programu PowerPoint</vt:lpstr>
      <vt:lpstr>Enum v Java API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57</cp:revision>
  <dcterms:created xsi:type="dcterms:W3CDTF">2025-09-05T09:09:34Z</dcterms:created>
  <dcterms:modified xsi:type="dcterms:W3CDTF">2025-12-09T10:40:17Z</dcterms:modified>
</cp:coreProperties>
</file>
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69" r:id="rId4"/>
    <p:sldId id="284" r:id="rId5"/>
    <p:sldId id="285" r:id="rId6"/>
    <p:sldId id="286" r:id="rId7"/>
    <p:sldId id="28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 </a:t>
            </a:r>
            <a:r>
              <a:rPr lang="en-US" sz="4000" dirty="0"/>
              <a:t>6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Agilný</a:t>
            </a:r>
            <a:r>
              <a:rPr lang="en-US" dirty="0"/>
              <a:t> </a:t>
            </a:r>
            <a:r>
              <a:rPr lang="en-US" dirty="0" err="1"/>
              <a:t>vývoj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Ver</a:t>
            </a:r>
            <a:r>
              <a:rPr lang="sk-SK" dirty="0" err="1"/>
              <a:t>ziovacie</a:t>
            </a:r>
            <a:r>
              <a:rPr lang="sk-SK" dirty="0"/>
              <a:t> systémy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Správa vývoja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70" y="1918886"/>
            <a:ext cx="10431561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Manifesto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agilného vývoja softvéru</a:t>
            </a:r>
          </a:p>
          <a:p>
            <a:pPr lvl="1">
              <a:spcBef>
                <a:spcPts val="1200"/>
              </a:spcBef>
            </a:pPr>
            <a:r>
              <a:rPr lang="sk-SK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Ľudia a komunikácia</a:t>
            </a:r>
            <a:r>
              <a:rPr lang="sk-SK" sz="2800" b="1" dirty="0">
                <a:solidFill>
                  <a:srgbClr val="FF0000"/>
                </a:solidFill>
              </a:rPr>
              <a:t> </a:t>
            </a:r>
            <a:r>
              <a:rPr lang="sk-SK" sz="2800" dirty="0"/>
              <a:t>sú viac než procesy a nástroje</a:t>
            </a:r>
          </a:p>
          <a:p>
            <a:pPr lvl="1">
              <a:spcBef>
                <a:spcPts val="1200"/>
              </a:spcBef>
            </a:pPr>
            <a:r>
              <a:rPr lang="sk-SK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Funkčný softvér</a:t>
            </a:r>
            <a:r>
              <a:rPr lang="sk-SK" sz="2800" b="1" dirty="0"/>
              <a:t> </a:t>
            </a:r>
            <a:r>
              <a:rPr lang="sk-SK" sz="2800" dirty="0"/>
              <a:t>je viac než vyčerpávajúca dokumentácia</a:t>
            </a:r>
          </a:p>
          <a:p>
            <a:pPr lvl="1">
              <a:spcBef>
                <a:spcPts val="1200"/>
              </a:spcBef>
            </a:pPr>
            <a:r>
              <a:rPr lang="sk-SK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Spolupráca so zákazníkom</a:t>
            </a:r>
            <a:r>
              <a:rPr lang="sk-SK" sz="2800" b="1" dirty="0"/>
              <a:t> </a:t>
            </a:r>
            <a:r>
              <a:rPr lang="sk-SK" sz="2800" dirty="0"/>
              <a:t>je viac než dojednávanie zmluvy</a:t>
            </a:r>
          </a:p>
          <a:p>
            <a:pPr lvl="1">
              <a:spcBef>
                <a:spcPts val="1200"/>
              </a:spcBef>
            </a:pPr>
            <a:r>
              <a:rPr lang="sk-SK" sz="2800" b="1" dirty="0"/>
              <a:t>Radšej </a:t>
            </a:r>
            <a:r>
              <a:rPr lang="sk-SK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reagovať na zmenu</a:t>
            </a:r>
            <a:r>
              <a:rPr lang="sk-SK" sz="2800" b="1" dirty="0"/>
              <a:t> </a:t>
            </a:r>
            <a:r>
              <a:rPr lang="sk-SK" sz="2800" dirty="0"/>
              <a:t>než sa držať plánu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Agilný vývoj</a:t>
            </a:r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CA2D2A-70DC-1CEA-A4FD-D8A9BA832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A260EE0-43D5-1ED9-2D83-95B8E6BC1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70" y="1918886"/>
            <a:ext cx="10431561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Riziká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Nedostatok dokumentácie a plánovania</a:t>
            </a:r>
          </a:p>
          <a:p>
            <a:pPr lvl="1">
              <a:spcBef>
                <a:spcPts val="1200"/>
              </a:spcBef>
            </a:pP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Scope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creep</a:t>
            </a:r>
            <a:r>
              <a:rPr lang="sk-SK" sz="2800" dirty="0"/>
              <a:t> - neustále pridávanie nových funkcionalít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Prílišná byrokracia</a:t>
            </a:r>
            <a:r>
              <a:rPr lang="sk-SK" sz="2800" dirty="0"/>
              <a:t>, ceremónia a rituály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248BCF5-0A93-353C-30E4-D6898C33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Agilný vývoj</a:t>
            </a:r>
          </a:p>
        </p:txBody>
      </p:sp>
    </p:spTree>
    <p:extLst>
      <p:ext uri="{BB962C8B-B14F-4D97-AF65-F5344CB8AC3E}">
        <p14:creationId xmlns:p14="http://schemas.microsoft.com/office/powerpoint/2010/main" val="2535522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8600F-09C0-4EE6-81F1-09D33DF77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AC8118-8ECE-46AF-D9ED-C610F395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70" y="1918886"/>
            <a:ext cx="10431561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Scrum</a:t>
            </a:r>
            <a:r>
              <a:rPr lang="sk-SK" dirty="0"/>
              <a:t> pojmy</a:t>
            </a:r>
          </a:p>
          <a:p>
            <a:pPr>
              <a:spcBef>
                <a:spcPts val="1200"/>
              </a:spcBef>
            </a:pP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Sprint</a:t>
            </a:r>
            <a:r>
              <a:rPr lang="sk-SK" dirty="0"/>
              <a:t> - 1-4 týždňové opakovanie návrhu, vývoja a vyhodnotenia</a:t>
            </a:r>
          </a:p>
          <a:p>
            <a:pPr>
              <a:spcBef>
                <a:spcPts val="1200"/>
              </a:spcBef>
            </a:pP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Daily</a:t>
            </a: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Standup</a:t>
            </a:r>
            <a:r>
              <a:rPr lang="sk-SK" b="1" dirty="0"/>
              <a:t> </a:t>
            </a:r>
            <a:r>
              <a:rPr lang="sk-SK" dirty="0"/>
              <a:t>- pravidelná krátka tímová porada</a:t>
            </a:r>
          </a:p>
          <a:p>
            <a:pPr>
              <a:spcBef>
                <a:spcPts val="1200"/>
              </a:spcBef>
            </a:pP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Product</a:t>
            </a: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Owner</a:t>
            </a:r>
            <a:r>
              <a:rPr lang="sk-SK" b="1" dirty="0"/>
              <a:t> </a:t>
            </a:r>
            <a:r>
              <a:rPr lang="sk-SK" dirty="0"/>
              <a:t>- človek zodpovedný za dodržanie vízie projektu</a:t>
            </a:r>
          </a:p>
          <a:p>
            <a:pPr>
              <a:spcBef>
                <a:spcPts val="1200"/>
              </a:spcBef>
            </a:pP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Scrum</a:t>
            </a: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Master</a:t>
            </a:r>
            <a:r>
              <a:rPr lang="sk-SK" b="1" dirty="0"/>
              <a:t> </a:t>
            </a:r>
            <a:r>
              <a:rPr lang="sk-SK" dirty="0"/>
              <a:t>- asistent, ktorý pomáha, aby v tíme fungovali agilné prístupy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851E62BC-1FBB-AD20-71D6-25D4A1BCD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Agilný vývoj</a:t>
            </a:r>
          </a:p>
        </p:txBody>
      </p:sp>
    </p:spTree>
    <p:extLst>
      <p:ext uri="{BB962C8B-B14F-4D97-AF65-F5344CB8AC3E}">
        <p14:creationId xmlns:p14="http://schemas.microsoft.com/office/powerpoint/2010/main" val="251589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1901D-11FA-A2D3-FDC2-47AA5C5C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61126DB-044A-D83C-7E48-22F3CC26B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70" y="1918886"/>
            <a:ext cx="10431561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História zmien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Celý repozitár na svojom počítači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Vetvenie - </a:t>
            </a: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branching</a:t>
            </a:r>
            <a:r>
              <a:rPr lang="sk-SK" dirty="0"/>
              <a:t> - experimentovanie a oprava </a:t>
            </a:r>
            <a:r>
              <a:rPr lang="sk-SK" dirty="0" err="1"/>
              <a:t>bugov</a:t>
            </a: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Zlučovanie - </a:t>
            </a: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merging</a:t>
            </a:r>
            <a:r>
              <a:rPr lang="sk-SK" dirty="0"/>
              <a:t> - zakomponovanie zmien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Tagovanie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</a:t>
            </a: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tagging</a:t>
            </a:r>
            <a:r>
              <a:rPr lang="sk-SK" dirty="0"/>
              <a:t> - označenie bodov v histórii napr. verziou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Distribuovaná spolupráca</a:t>
            </a:r>
            <a:r>
              <a:rPr lang="sk-SK" dirty="0"/>
              <a:t> - zdieľanie súborov s inými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AEC2D5F-2E83-A88D-240E-DDAEF23C8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Verziovacie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systémy</a:t>
            </a:r>
          </a:p>
        </p:txBody>
      </p:sp>
    </p:spTree>
    <p:extLst>
      <p:ext uri="{BB962C8B-B14F-4D97-AF65-F5344CB8AC3E}">
        <p14:creationId xmlns:p14="http://schemas.microsoft.com/office/powerpoint/2010/main" val="1170437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D6805-F6AC-0C58-B6D5-CE5272371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2452E88-43BF-56CE-46D3-C84040AAB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70" y="1918886"/>
            <a:ext cx="10431561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git</a:t>
            </a:r>
            <a:r>
              <a:rPr lang="sk-SK" dirty="0"/>
              <a:t> - najpopulárnejší nástroj na správu verzií</a:t>
            </a:r>
          </a:p>
          <a:p>
            <a:pPr lvl="1">
              <a:spcBef>
                <a:spcPts val="1200"/>
              </a:spcBef>
            </a:pPr>
            <a:r>
              <a:rPr lang="sk-SK" dirty="0"/>
              <a:t>Nainštalovať zo stránky </a:t>
            </a:r>
            <a:r>
              <a:rPr lang="sk-SK" dirty="0">
                <a:hlinkClick r:id="rId2"/>
              </a:rPr>
              <a:t>https://git-scm.com/downloads</a:t>
            </a: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GitHub</a:t>
            </a:r>
            <a:r>
              <a:rPr lang="sk-SK" dirty="0"/>
              <a:t> - Platforma na správu softvérového vývoja a git repozitára</a:t>
            </a:r>
          </a:p>
          <a:p>
            <a:pPr lvl="1">
              <a:spcBef>
                <a:spcPts val="1200"/>
              </a:spcBef>
            </a:pPr>
            <a:r>
              <a:rPr lang="sk-SK" dirty="0"/>
              <a:t>Vytvoriť si konto na </a:t>
            </a:r>
            <a:r>
              <a:rPr lang="sk-SK" dirty="0">
                <a:hlinkClick r:id="rId3"/>
              </a:rPr>
              <a:t>https://github.com</a:t>
            </a:r>
            <a:r>
              <a:rPr lang="sk-SK" dirty="0"/>
              <a:t> a zaslať mi vaše užívateľské meno</a:t>
            </a:r>
          </a:p>
          <a:p>
            <a:pPr marL="0" indent="0">
              <a:spcBef>
                <a:spcPts val="1200"/>
              </a:spcBef>
              <a:buNone/>
            </a:pPr>
            <a:endParaRPr lang="sk-SK" b="1" dirty="0"/>
          </a:p>
          <a:p>
            <a:pPr marL="0" indent="0">
              <a:spcBef>
                <a:spcPts val="1200"/>
              </a:spcBef>
              <a:buNone/>
            </a:pP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Kanban</a:t>
            </a:r>
            <a:r>
              <a:rPr lang="sk-SK" dirty="0"/>
              <a:t> - Rozdelenie úloh do stĺpcov podľa stavu - </a:t>
            </a:r>
            <a:r>
              <a:rPr lang="sk-SK" dirty="0" err="1"/>
              <a:t>GitHub</a:t>
            </a:r>
            <a:r>
              <a:rPr lang="sk-SK" dirty="0"/>
              <a:t> </a:t>
            </a:r>
            <a:r>
              <a:rPr lang="sk-SK" dirty="0" err="1"/>
              <a:t>projects</a:t>
            </a: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Dokumentácia - formát </a:t>
            </a: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MarkDown</a:t>
            </a:r>
            <a:r>
              <a:rPr lang="sk-SK" dirty="0">
                <a:solidFill>
                  <a:srgbClr val="FF0000"/>
                </a:solidFill>
              </a:rPr>
              <a:t> </a:t>
            </a:r>
            <a:r>
              <a:rPr lang="sk-SK" dirty="0"/>
              <a:t>alebo </a:t>
            </a:r>
            <a:r>
              <a:rPr lang="sk-SK" b="1" dirty="0" err="1"/>
              <a:t>reStructuredText</a:t>
            </a:r>
            <a:endParaRPr lang="sk-SK" b="1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Štýly programovania - </a:t>
            </a:r>
            <a:r>
              <a:rPr lang="sk-SK" b="1" dirty="0"/>
              <a:t>PEP 8</a:t>
            </a:r>
            <a:endParaRPr lang="sk-SK" sz="2800" b="1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D3814F0-0671-7A15-4F39-993BC38D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Správa vývoja</a:t>
            </a:r>
          </a:p>
        </p:txBody>
      </p:sp>
    </p:spTree>
    <p:extLst>
      <p:ext uri="{BB962C8B-B14F-4D97-AF65-F5344CB8AC3E}">
        <p14:creationId xmlns:p14="http://schemas.microsoft.com/office/powerpoint/2010/main" val="3017577880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471</TotalTime>
  <Words>247</Words>
  <Application>Microsoft Office PowerPoint</Application>
  <PresentationFormat>Širokouhlá</PresentationFormat>
  <Paragraphs>42</Paragraphs>
  <Slides>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6</vt:lpstr>
      <vt:lpstr>Agilný vývoj</vt:lpstr>
      <vt:lpstr>Agilný vývoj</vt:lpstr>
      <vt:lpstr>Agilný vývoj</vt:lpstr>
      <vt:lpstr>Verziovacie systémy</vt:lpstr>
      <vt:lpstr>Správa vývoja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22</cp:revision>
  <dcterms:created xsi:type="dcterms:W3CDTF">2025-09-05T09:09:34Z</dcterms:created>
  <dcterms:modified xsi:type="dcterms:W3CDTF">2026-10-17T09:52:35Z</dcterms:modified>
</cp:coreProperties>
</file>
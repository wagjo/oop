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71" r:id="rId5"/>
    <p:sldId id="270" r:id="rId6"/>
    <p:sldId id="277" r:id="rId7"/>
    <p:sldId id="278" r:id="rId8"/>
    <p:sldId id="272" r:id="rId9"/>
    <p:sldId id="274" r:id="rId10"/>
    <p:sldId id="275" r:id="rId11"/>
    <p:sldId id="276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25. 11. 2025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12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26470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Dedičnosť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super()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Viacnásobná dedičnosť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Duck</a:t>
            </a:r>
            <a:r>
              <a:rPr lang="sk-SK" dirty="0"/>
              <a:t> </a:t>
            </a:r>
            <a:r>
              <a:rPr lang="sk-SK" dirty="0" err="1"/>
              <a:t>typing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3"/>
            <a:ext cx="8486937" cy="1839298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Dedičnosť umožňuje vytvoriť novú triedu (podtriedu), ktorá </a:t>
            </a:r>
            <a:r>
              <a:rPr lang="sk-SK" b="1" dirty="0"/>
              <a:t>preberá vlastnosti a metódy</a:t>
            </a:r>
            <a:r>
              <a:rPr lang="sk-SK" dirty="0"/>
              <a:t> inej triedy (</a:t>
            </a:r>
            <a:r>
              <a:rPr lang="sk-SK" dirty="0" err="1"/>
              <a:t>nadtriedy</a:t>
            </a:r>
            <a:r>
              <a:rPr lang="sk-SK" dirty="0"/>
              <a:t>).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/>
              <a:t>Užitočné metódy:</a:t>
            </a:r>
          </a:p>
          <a:p>
            <a:pPr marL="457200" lvl="1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issubclass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Osoba)</a:t>
            </a:r>
          </a:p>
          <a:p>
            <a:pPr marL="457200" lvl="1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isinstance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(d,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isinstance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(d, Osoba)</a:t>
            </a:r>
            <a:r>
              <a:rPr lang="sk-SK" sz="2800" dirty="0"/>
              <a:t> – aj rodičovské triedy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6E077-7E1D-3C08-FB6B-13141FD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624F04-DED5-0940-DB24-391E9C2A1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11257569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meno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pozdrav(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f"Ahoj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som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}")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(Osoba)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super().__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__(meno)  # voláme konštruktor rodiča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self.skola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# prepísanie 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 metódy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pozdrav(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       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f"Som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 a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chodim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na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self.skola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}")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5F7E574-183B-1724-005B-A714154D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Dedičnosť</a:t>
            </a:r>
          </a:p>
        </p:txBody>
      </p:sp>
    </p:spTree>
    <p:extLst>
      <p:ext uri="{BB962C8B-B14F-4D97-AF65-F5344CB8AC3E}">
        <p14:creationId xmlns:p14="http://schemas.microsoft.com/office/powerpoint/2010/main" val="282971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3543F-7EB0-2776-E718-8A879EB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F554B-0241-F81D-A0DF-0EB31990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Pomocou funkcie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super()</a:t>
            </a:r>
            <a:r>
              <a:rPr lang="sk-SK" dirty="0"/>
              <a:t> vieme pristupovať k objektu rodiča (a volať jeho metódy a konštruktory a používať jeho atribúty).</a:t>
            </a:r>
          </a:p>
          <a:p>
            <a:pPr marL="0" indent="0">
              <a:buNone/>
            </a:pPr>
            <a:r>
              <a:rPr lang="sk-SK" dirty="0"/>
              <a:t>Využitie:</a:t>
            </a:r>
          </a:p>
          <a:p>
            <a:pPr lvl="1"/>
            <a:r>
              <a:rPr lang="sk-SK" sz="2800" b="1" dirty="0"/>
              <a:t>volanie rodičovského konštruktora</a:t>
            </a:r>
            <a:r>
              <a:rPr lang="sk-SK" sz="2800" dirty="0"/>
              <a:t> - aby sa dosiahla správna inicializácia atribútov</a:t>
            </a:r>
          </a:p>
          <a:p>
            <a:pPr lvl="1"/>
            <a:r>
              <a:rPr lang="sk-SK" sz="2800" b="1" dirty="0"/>
              <a:t>volanie prepísanej (prekrytej) metódy</a:t>
            </a:r>
            <a:r>
              <a:rPr lang="sk-SK" sz="2800" dirty="0"/>
              <a:t> - ak z nejakého dôvodu metóda v podtriede potrebuje zavolať prekrytú metódu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E64CADF-C682-0256-AB1D-7C90308C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super()</a:t>
            </a:r>
          </a:p>
        </p:txBody>
      </p:sp>
    </p:spTree>
    <p:extLst>
      <p:ext uri="{BB962C8B-B14F-4D97-AF65-F5344CB8AC3E}">
        <p14:creationId xmlns:p14="http://schemas.microsoft.com/office/powerpoint/2010/main" val="406160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85B5E-E779-CDD9-6D7F-D25DF487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E2B071A-656F-C666-78F7-647A50C4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11257569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a=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super().__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__(**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  # vždy ako prvé!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a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a = {a}")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b=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super().__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__(**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self.b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f"B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b = {b}")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B7E896E-91B6-8439-5735-CCE188C8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super()</a:t>
            </a:r>
          </a:p>
        </p:txBody>
      </p:sp>
    </p:spTree>
    <p:extLst>
      <p:ext uri="{BB962C8B-B14F-4D97-AF65-F5344CB8AC3E}">
        <p14:creationId xmlns:p14="http://schemas.microsoft.com/office/powerpoint/2010/main" val="365413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EDF98-A654-B1F6-35E3-016D78BD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F650FC0-AAE7-D7AB-77D8-7A21DA2E2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15" y="1489118"/>
            <a:ext cx="11257569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C: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c=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**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super().__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__(**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c = {c}")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# Akýkoľvek poradie dedičnosti funguje!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MojaTrieda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(A, B, C)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x=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**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super().__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__(**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 # inicializuje A, potom B a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self.x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x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f"MojaTrieda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 x = {x}")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B9D8B28-733A-5CC5-C5CD-AD429BBC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super()</a:t>
            </a:r>
          </a:p>
        </p:txBody>
      </p:sp>
    </p:spTree>
    <p:extLst>
      <p:ext uri="{BB962C8B-B14F-4D97-AF65-F5344CB8AC3E}">
        <p14:creationId xmlns:p14="http://schemas.microsoft.com/office/powerpoint/2010/main" val="119561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0B573-B584-5F84-1FFF-48FBD7A1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3364AE-5F35-118C-E71F-DA48F156C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Na rozdiel od Javy sa v </a:t>
            </a:r>
            <a:r>
              <a:rPr lang="sk-SK" dirty="0" err="1"/>
              <a:t>Pythone</a:t>
            </a:r>
            <a:r>
              <a:rPr lang="sk-SK" dirty="0"/>
              <a:t> dá použiť viacnásobná dedičnosť</a:t>
            </a:r>
            <a:endParaRPr lang="sk-SK" sz="2800" dirty="0"/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akcia(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("A")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(A)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akcia(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("B")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super().akcia()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DD35A3B-D226-11A1-1707-440EDE0E8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Viacnásobná dedičnosť </a:t>
            </a:r>
          </a:p>
        </p:txBody>
      </p:sp>
      <p:cxnSp>
        <p:nvCxnSpPr>
          <p:cNvPr id="2" name="Rovná spojnica 1">
            <a:extLst>
              <a:ext uri="{FF2B5EF4-FFF2-40B4-BE49-F238E27FC236}">
                <a16:creationId xmlns:a16="http://schemas.microsoft.com/office/drawing/2014/main" id="{4148EB4C-43B1-2F98-0720-326756D333D4}"/>
              </a:ext>
            </a:extLst>
          </p:cNvPr>
          <p:cNvCxnSpPr>
            <a:cxnSpLocks/>
          </p:cNvCxnSpPr>
          <p:nvPr/>
        </p:nvCxnSpPr>
        <p:spPr>
          <a:xfrm>
            <a:off x="4983480" y="2130552"/>
            <a:ext cx="0" cy="4133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lokTextu 5">
            <a:extLst>
              <a:ext uri="{FF2B5EF4-FFF2-40B4-BE49-F238E27FC236}">
                <a16:creationId xmlns:a16="http://schemas.microsoft.com/office/drawing/2014/main" id="{467FAD31-41A6-0FC8-3138-969F0D1A685A}"/>
              </a:ext>
            </a:extLst>
          </p:cNvPr>
          <p:cNvSpPr txBox="1"/>
          <p:nvPr/>
        </p:nvSpPr>
        <p:spPr>
          <a:xfrm>
            <a:off x="5458967" y="2258568"/>
            <a:ext cx="60533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C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(A)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akcia(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("C")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super().akcia()</a:t>
            </a:r>
          </a:p>
          <a:p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D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(B, C):  # D dedí od B aj C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akcia(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("D")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super().akcia()</a:t>
            </a:r>
            <a:endParaRPr lang="sk-SK" sz="2400" b="1" dirty="0"/>
          </a:p>
        </p:txBody>
      </p:sp>
    </p:spTree>
    <p:extLst>
      <p:ext uri="{BB962C8B-B14F-4D97-AF65-F5344CB8AC3E}">
        <p14:creationId xmlns:p14="http://schemas.microsoft.com/office/powerpoint/2010/main" val="3893862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FBA9C-F0D7-3E53-3FF4-84B2F990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B4F5BF2-927B-A0C3-5F66-0A46DA69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255" y="1690688"/>
            <a:ext cx="4838481" cy="466502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b="1" dirty="0"/>
              <a:t>Diamantový problém</a:t>
            </a:r>
            <a:r>
              <a:rPr lang="sk-SK" dirty="0"/>
              <a:t>: niektoré triedy môžu byť dedené viackrát. Problém pri prekrytých metódach.</a:t>
            </a:r>
          </a:p>
          <a:p>
            <a:pPr marL="0" indent="0">
              <a:spcBef>
                <a:spcPts val="1200"/>
              </a:spcBef>
              <a:buNone/>
            </a:pPr>
            <a:endParaRPr lang="sk-SK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Python</a:t>
            </a:r>
            <a:r>
              <a:rPr lang="sk-SK" dirty="0"/>
              <a:t> na určenie, ktorá metóda sa zavolá použije tzv. algoritmus </a:t>
            </a:r>
            <a:r>
              <a:rPr lang="sk-SK" b="1" dirty="0"/>
              <a:t>MRO</a:t>
            </a:r>
            <a:r>
              <a:rPr lang="sk-SK" dirty="0"/>
              <a:t> (</a:t>
            </a:r>
            <a:r>
              <a:rPr lang="sk-SK" b="1" dirty="0" err="1"/>
              <a:t>Method</a:t>
            </a:r>
            <a:r>
              <a:rPr lang="sk-SK" b="1" dirty="0"/>
              <a:t> </a:t>
            </a:r>
            <a:r>
              <a:rPr lang="sk-SK" b="1" dirty="0" err="1"/>
              <a:t>Resolution</a:t>
            </a:r>
            <a:r>
              <a:rPr lang="sk-SK" b="1" dirty="0"/>
              <a:t> </a:t>
            </a:r>
            <a:r>
              <a:rPr lang="sk-SK" b="1" dirty="0" err="1"/>
              <a:t>Order</a:t>
            </a:r>
            <a:r>
              <a:rPr lang="sk-SK" dirty="0"/>
              <a:t>)</a:t>
            </a:r>
            <a:endParaRPr lang="sk-SK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DF987F6-3B33-4285-9639-3BBCE4F50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sk-SK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Viacnásobná dedičnosť </a:t>
            </a:r>
            <a:endParaRPr lang="sk-SK" dirty="0"/>
          </a:p>
        </p:txBody>
      </p:sp>
      <p:pic>
        <p:nvPicPr>
          <p:cNvPr id="1026" name="Picture 2" descr="Diamantový problém">
            <a:extLst>
              <a:ext uri="{FF2B5EF4-FFF2-40B4-BE49-F238E27FC236}">
                <a16:creationId xmlns:a16="http://schemas.microsoft.com/office/drawing/2014/main" id="{E461E8CC-A026-CA89-58D7-8E3AAD2A3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864" y="1042416"/>
            <a:ext cx="3334512" cy="500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73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CDF6F-86DB-5DED-50B8-71E1DD90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78495D-F9E7-F9B3-2CFF-89C1D924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303" y="1489118"/>
            <a:ext cx="1128500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print(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D.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mro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# [&lt;class 'D'&gt;, &lt;class 'B'&gt;, 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&lt;class 'C'&gt;, &lt;class 'A‘&gt;,</a:t>
            </a:r>
            <a:b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&lt;class 'object'&gt;]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d = D()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d.akcia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#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Výstup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# 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# 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# 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# A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71FDB58-59D5-35F5-0BAF-79145AB7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prstClr val="black"/>
                </a:solidFill>
              </a:rPr>
              <a:t>Viacnásobná dedičnosť 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297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32430-F671-08E0-7A64-37AD41BC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0AB407D-6607-58F1-7C92-302EBCD7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718073" cy="4903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b="1" dirty="0"/>
              <a:t>„Ak to chodí ako kačka a kváka ako kačka, tak to je kačka.“ </a:t>
            </a:r>
          </a:p>
          <a:p>
            <a:pPr marL="0" indent="0">
              <a:buNone/>
            </a:pPr>
            <a:r>
              <a:rPr lang="sk-SK" dirty="0" err="1"/>
              <a:t>Pythonu</a:t>
            </a:r>
            <a:r>
              <a:rPr lang="sk-SK" dirty="0"/>
              <a:t> nezáleží na type objektu, ale či má požadované metódy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zvuk(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Haf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haf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!"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Macka: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zvuk(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"Mňau!"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class Kacer: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def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zvuk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"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Kvák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62F8E8AE-15E3-2238-4683-4AEC684A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Duck</a:t>
            </a:r>
            <a:r>
              <a:rPr lang="sk-SK" dirty="0"/>
              <a:t> </a:t>
            </a:r>
            <a:r>
              <a:rPr lang="sk-SK" dirty="0" err="1"/>
              <a:t>typing</a:t>
            </a:r>
            <a:endParaRPr lang="sk-SK" dirty="0"/>
          </a:p>
        </p:txBody>
      </p:sp>
      <p:cxnSp>
        <p:nvCxnSpPr>
          <p:cNvPr id="2" name="Rovná spojnica 1">
            <a:extLst>
              <a:ext uri="{FF2B5EF4-FFF2-40B4-BE49-F238E27FC236}">
                <a16:creationId xmlns:a16="http://schemas.microsoft.com/office/drawing/2014/main" id="{156D3941-2353-2A72-E016-1A5243821ED4}"/>
              </a:ext>
            </a:extLst>
          </p:cNvPr>
          <p:cNvCxnSpPr>
            <a:cxnSpLocks/>
          </p:cNvCxnSpPr>
          <p:nvPr/>
        </p:nvCxnSpPr>
        <p:spPr>
          <a:xfrm>
            <a:off x="5614416" y="2532888"/>
            <a:ext cx="0" cy="4133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lokTextu 5">
            <a:extLst>
              <a:ext uri="{FF2B5EF4-FFF2-40B4-BE49-F238E27FC236}">
                <a16:creationId xmlns:a16="http://schemas.microsoft.com/office/drawing/2014/main" id="{CCACE268-CA99-8F0C-6334-0A4E28C7F4AC}"/>
              </a:ext>
            </a:extLst>
          </p:cNvPr>
          <p:cNvSpPr txBox="1"/>
          <p:nvPr/>
        </p:nvSpPr>
        <p:spPr>
          <a:xfrm>
            <a:off x="5698455" y="2459736"/>
            <a:ext cx="62436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zvuk_zvierata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(zviera):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zviera.zvuk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 in [Pes(), Macka(),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Kacer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()]: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zvuk_zvierata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(z)</a:t>
            </a:r>
          </a:p>
          <a:p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Haf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haf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Mňau!</a:t>
            </a:r>
          </a:p>
          <a:p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Kvák!</a:t>
            </a:r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4267863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8589E-9A30-405C-1AE6-D7454492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B13A24-55AD-2223-A93D-C16EF21D0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690688"/>
            <a:ext cx="8706393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Dnes budeme vylepšovať hru </a:t>
            </a:r>
            <a:r>
              <a:rPr lang="sk-SK" dirty="0" err="1"/>
              <a:t>adventura</a:t>
            </a:r>
            <a:r>
              <a:rPr lang="sk-SK" dirty="0"/>
              <a:t>, ktorú sme si programovali na minulom cvičení. Zameriame sa na nasledovné funkcionality: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inventár hráča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príkaz na vloženie veci do inventára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použitie veci z inventára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2780B4E-B486-2462-77DA-F8FBED9E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prstClr val="black"/>
                </a:solidFill>
              </a:rPr>
              <a:t>Hra adventúra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7272747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9189</TotalTime>
  <Words>770</Words>
  <Application>Microsoft Office PowerPoint</Application>
  <PresentationFormat>Širokouhlá</PresentationFormat>
  <Paragraphs>130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12 </vt:lpstr>
      <vt:lpstr>Dedičnosť</vt:lpstr>
      <vt:lpstr>Dedičnosť</vt:lpstr>
      <vt:lpstr>super()</vt:lpstr>
      <vt:lpstr>super()</vt:lpstr>
      <vt:lpstr>super()</vt:lpstr>
      <vt:lpstr>Viacnásobná dedičnosť </vt:lpstr>
      <vt:lpstr>Viacnásobná dedičnosť </vt:lpstr>
      <vt:lpstr>Viacnásobná dedičnosť </vt:lpstr>
      <vt:lpstr>Duck typing</vt:lpstr>
      <vt:lpstr>Hra adventúra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34</cp:revision>
  <dcterms:created xsi:type="dcterms:W3CDTF">2025-09-05T09:09:34Z</dcterms:created>
  <dcterms:modified xsi:type="dcterms:W3CDTF">2025-11-26T21:13:08Z</dcterms:modified>
</cp:coreProperties>
</file>
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6" r:id="rId1"/>
  </p:sldMasterIdLst>
  <p:sldIdLst>
    <p:sldId id="266" r:id="rId2"/>
    <p:sldId id="257" r:id="rId3"/>
    <p:sldId id="283" r:id="rId4"/>
    <p:sldId id="296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20" r:id="rId14"/>
    <p:sldId id="321" r:id="rId15"/>
    <p:sldId id="322" r:id="rId16"/>
    <p:sldId id="323" r:id="rId17"/>
    <p:sldId id="324" r:id="rId18"/>
    <p:sldId id="325" r:id="rId19"/>
    <p:sldId id="32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2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</a:t>
            </a:r>
            <a:r>
              <a:rPr lang="sk-SK" sz="4000" dirty="0"/>
              <a:t>21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13867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Prúd dát, Segmentácia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Posuvné okno, Retransmisia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Flow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, </a:t>
            </a:r>
            <a:r>
              <a:rPr lang="sk-SK" dirty="0" err="1"/>
              <a:t>Congestion</a:t>
            </a:r>
            <a:r>
              <a:rPr lang="sk-SK" dirty="0"/>
              <a:t> </a:t>
            </a:r>
            <a:r>
              <a:rPr lang="sk-SK" dirty="0" err="1"/>
              <a:t>Control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1" y="1610468"/>
            <a:ext cx="4860282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TCP neposiela správy, </a:t>
            </a:r>
            <a:br>
              <a:rPr lang="sk-SK" dirty="0"/>
            </a:br>
            <a:r>
              <a:rPr lang="sk-SK" dirty="0"/>
              <a:t>ale prúd údajov - bajtov.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Časti dát nemajú začiatok ani koniec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sock.recvfrom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 často vráti iba časť dát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Vo nasledujúcich príkladoch druhej strane postupne prídu dáta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HELLO WORLD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Prúd údajov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1ECB46F1-D22C-A248-36CC-03340F612C35}"/>
              </a:ext>
            </a:extLst>
          </p:cNvPr>
          <p:cNvSpPr txBox="1">
            <a:spLocks/>
          </p:cNvSpPr>
          <p:nvPr/>
        </p:nvSpPr>
        <p:spPr>
          <a:xfrm>
            <a:off x="5555226" y="1530248"/>
            <a:ext cx="6636774" cy="49626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b"HELLO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WORLD",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b"HELLO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b"WORLD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b"HEL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b"LLO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W",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b"RLD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51F63-8CCB-E8C1-6526-D3F32E81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85768B-ED69-E919-E7F2-6C0E2E48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0284684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Prúd údajov sa rozkúskuje na menšie časti. TCP správa sa volá TCP segment.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52A2411-347E-FA36-88EC-1B7A1749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Segmentácia</a:t>
            </a:r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EF491877-600E-7CC8-EF2A-4E7472CBB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46" y="3354497"/>
            <a:ext cx="8097380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9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B4FE5-BC32-ABCA-DC24-737D14B6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FF5FAE12-DAAD-B3BC-DA34-6F3384D93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518" y="3334833"/>
            <a:ext cx="8097380" cy="2305372"/>
          </a:xfrm>
          <a:prstGeom prst="rect">
            <a:avLst/>
          </a:prstGeom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5D92C71-9EE7-CEF6-23FB-C5AF2E949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0284684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Všetky bajty v prúde sa očíslujú, aby sa zachovalo poradie.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C5B3ABE-A610-FC3C-1BD0-2D83EA6C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Segmentácia</a:t>
            </a:r>
          </a:p>
        </p:txBody>
      </p:sp>
    </p:spTree>
    <p:extLst>
      <p:ext uri="{BB962C8B-B14F-4D97-AF65-F5344CB8AC3E}">
        <p14:creationId xmlns:p14="http://schemas.microsoft.com/office/powerpoint/2010/main" val="87580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FB0DE-5D42-1B86-6606-691FA1ED7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36FF4D-60AC-7F7F-C5FE-3B9C35006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8552589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Dáta sa rozkúskujú do častí, zvyčajne okolo 1kB.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4D49BE3-FE66-0F87-0660-44C3C0B6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Segmentácia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3CAD7866-705F-D668-22DD-CC2925F46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73" y="3337893"/>
            <a:ext cx="8068801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8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C0C85-6759-5024-2E4D-46FEC705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99945EF-9987-3CE1-EAD2-4471EF03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Z rozkúskovaných dát sa vytvoria segmenty. Každý segment má číslo sekvencie, ktoré určuje poradie prvého bajtu v segmente.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55A7846-3C69-125A-3E13-5914875B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Segmentácia</a:t>
            </a: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8B688A44-59CF-1945-AD25-30014926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777" y="2605023"/>
            <a:ext cx="7970445" cy="388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5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AEE66-DE06-B682-E2F6-6E76B3EC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F853F0C-C15A-B536-2D0D-C3685CF19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Prijímateľ musí každý segment potvrdiť ACK správou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DC3AE3B-172C-89F1-C012-3E248CAB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Segmentácia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BD760553-7CF6-58D6-ABC3-3457D2038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98" y="3525220"/>
            <a:ext cx="9335803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46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2B622-D963-25D7-A17F-68DAD46D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2BD5782-43EF-D85B-23F8-304B506B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Kvôli rýchlosti sa posiela viacero segmentov naraz - tzv. posuvné okno - </a:t>
            </a:r>
            <a:r>
              <a:rPr lang="sk-SK" b="1" dirty="0" err="1"/>
              <a:t>sliding</a:t>
            </a:r>
            <a:r>
              <a:rPr lang="sk-SK" b="1" dirty="0"/>
              <a:t> </a:t>
            </a:r>
            <a:r>
              <a:rPr lang="sk-SK" b="1" dirty="0" err="1"/>
              <a:t>window</a:t>
            </a:r>
            <a:endParaRPr lang="sk-SK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C3CEC96-1F03-27C2-C36E-C3E6AE93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Posuvné okno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89266331-29E1-2986-C6EA-E04E537C6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2" y="3409336"/>
            <a:ext cx="9516803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6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85978-3102-3AAF-314F-6BE84AC9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E3DFB3-2F2E-6E0E-0116-AE7F81C27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Ak prijímateľ potvrdí prijatie segmentu, okno sa posunie</a:t>
            </a:r>
            <a:endParaRPr lang="sk-SK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27E973B-EC13-EFA5-A737-D2B242E3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Posuvné okno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AF90517A-E9AE-6B47-367A-D662A6989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04" y="3409336"/>
            <a:ext cx="9354856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95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771B4-0A8B-5CD8-E7D1-95FAB6E3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A4E913-4B03-62B8-E28A-1254C3856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Nové segmenty, ktoré sa dostanú do okna, sa pošlú</a:t>
            </a:r>
            <a:endParaRPr lang="sk-SK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7E2A58C-6617-C977-EE33-645FA250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Posuvné okno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74D77BE-9301-CC4D-EE69-6F6792E6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31" y="3409336"/>
            <a:ext cx="9612066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92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AC31F-904A-8547-0300-FACC872EA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26B6872-D98F-1F69-A5FE-244BF3318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dirty="0"/>
              <a:t>Okno sa posúva naprieč segmentami</a:t>
            </a:r>
            <a:endParaRPr lang="sk-SK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0D8DEAB-87AE-F554-4F5E-3A77F5347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Posuvné okno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C1B2C5AC-B895-4271-2EB0-1AE158F8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15" y="3527323"/>
            <a:ext cx="9392961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73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4A63E-B520-E088-2328-F2B92618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3BA7E28-0010-EA10-DF30-29DB6278F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Okno postupne prejde všetkými dátami, ktoré sa majú odoslať</a:t>
            </a:r>
            <a:endParaRPr lang="sk-SK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0F656DE-5F87-7062-9F6B-CBDAD504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Posuvné okno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0A8A815A-8B11-623F-777D-235B9EA9A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171" y="3534100"/>
            <a:ext cx="9459645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9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D1087-4633-6F26-3BA4-76AB402A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56BE51-3F63-E83A-0E87-B113E849F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484672"/>
            <a:ext cx="11158137" cy="47972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ACK má v sebe informáciu, ktoré bajty má prijímateľ úspešne prijaté.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 strate TCP segmentu odosielateľ znova odošle </a:t>
            </a:r>
            <a:r>
              <a:rPr lang="sk-SK" dirty="0" err="1"/>
              <a:t>pôvodny</a:t>
            </a:r>
            <a:r>
              <a:rPr lang="sk-SK" dirty="0"/>
              <a:t> segment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Segment je stratený: </a:t>
            </a:r>
          </a:p>
          <a:p>
            <a:pPr marL="971550" lvl="1" indent="-514350">
              <a:lnSpc>
                <a:spcPct val="100000"/>
              </a:lnSpc>
              <a:buAutoNum type="arabicPeriod"/>
            </a:pPr>
            <a:r>
              <a:rPr lang="sk-SK" sz="2800" dirty="0"/>
              <a:t>Ak neprišla ACK odpoveď do určitého času (</a:t>
            </a:r>
            <a:r>
              <a:rPr lang="sk-SK" sz="2800" b="1" dirty="0" err="1"/>
              <a:t>timeout</a:t>
            </a:r>
            <a:r>
              <a:rPr lang="sk-SK" sz="2800" dirty="0"/>
              <a:t>). </a:t>
            </a:r>
          </a:p>
          <a:p>
            <a:pPr marL="971550" lvl="1" indent="-514350">
              <a:lnSpc>
                <a:spcPct val="100000"/>
              </a:lnSpc>
              <a:buAutoNum type="arabicPeriod"/>
            </a:pPr>
            <a:r>
              <a:rPr lang="sk-SK" sz="2800" dirty="0"/>
              <a:t>Ak prijímateľ poslal štyri rovnaké ACK odpovede (</a:t>
            </a:r>
            <a:r>
              <a:rPr lang="sk-SK" sz="2800" b="1" dirty="0"/>
              <a:t>tri duplikáty</a:t>
            </a:r>
            <a:r>
              <a:rPr lang="sk-SK" sz="2800" dirty="0"/>
              <a:t>). Chýba mu segment</a:t>
            </a:r>
            <a:endParaRPr lang="sk-SK" sz="2800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7F52ED5-B29A-6F17-9BC4-99775FA8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Retransmisia stratených segmentov</a:t>
            </a:r>
          </a:p>
        </p:txBody>
      </p:sp>
    </p:spTree>
    <p:extLst>
      <p:ext uri="{BB962C8B-B14F-4D97-AF65-F5344CB8AC3E}">
        <p14:creationId xmlns:p14="http://schemas.microsoft.com/office/powerpoint/2010/main" val="718332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48736-6293-540F-1DBA-44BECDB8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trateny segment">
            <a:extLst>
              <a:ext uri="{FF2B5EF4-FFF2-40B4-BE49-F238E27FC236}">
                <a16:creationId xmlns:a16="http://schemas.microsoft.com/office/drawing/2014/main" id="{6000918D-9EF1-B56D-F277-4D742329D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960" y="0"/>
            <a:ext cx="5468272" cy="685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132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51DCA-B22D-E494-9537-7FD7037E8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E662ECC-23DB-2BA1-A656-A12C925F6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799302"/>
            <a:ext cx="10515600" cy="44826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Odosielateľ nemôže posielať dáta rýchlejšie, než ich dokáže príjemca spracovať</a:t>
            </a:r>
          </a:p>
          <a:p>
            <a:pPr marL="0" indent="0">
              <a:buNone/>
            </a:pPr>
            <a:r>
              <a:rPr lang="sk-SK" dirty="0"/>
              <a:t>Príjemca v každom ACK segmente informuje, koľko bajtov je ešte </a:t>
            </a:r>
            <a:r>
              <a:rPr lang="en-US" dirty="0"/>
              <a:t>s</a:t>
            </a:r>
            <a:r>
              <a:rPr lang="sk-SK" dirty="0" err="1"/>
              <a:t>chopný</a:t>
            </a:r>
            <a:r>
              <a:rPr lang="sk-SK" dirty="0"/>
              <a:t> prijať</a:t>
            </a:r>
          </a:p>
          <a:p>
            <a:pPr marL="0" indent="0">
              <a:buNone/>
            </a:pPr>
            <a:r>
              <a:rPr lang="sk-SK" dirty="0" err="1"/>
              <a:t>Flow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je tzv. </a:t>
            </a:r>
            <a:r>
              <a:rPr lang="sk-SK" b="1" dirty="0" err="1"/>
              <a:t>back</a:t>
            </a:r>
            <a:r>
              <a:rPr lang="sk-SK" b="1" dirty="0"/>
              <a:t> </a:t>
            </a:r>
            <a:r>
              <a:rPr lang="sk-SK" b="1" dirty="0" err="1"/>
              <a:t>pressure</a:t>
            </a:r>
            <a:r>
              <a:rPr lang="sk-SK" b="1" dirty="0"/>
              <a:t> </a:t>
            </a:r>
            <a:r>
              <a:rPr lang="sk-SK" dirty="0"/>
              <a:t>- prijímateľ spomalí odosielateľa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 err="1"/>
              <a:t>Flow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riadi prijímateľ</a:t>
            </a:r>
          </a:p>
          <a:p>
            <a:pPr marL="0" indent="0">
              <a:buNone/>
            </a:pPr>
            <a:r>
              <a:rPr lang="sk-SK" i="1" dirty="0"/>
              <a:t>„Nenos mi viac tanierov, mám plný dres.“</a:t>
            </a: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F2C0C9EF-3712-97FA-5EEF-82577E32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Flow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- riadenie toku dát</a:t>
            </a:r>
          </a:p>
        </p:txBody>
      </p:sp>
    </p:spTree>
    <p:extLst>
      <p:ext uri="{BB962C8B-B14F-4D97-AF65-F5344CB8AC3E}">
        <p14:creationId xmlns:p14="http://schemas.microsoft.com/office/powerpoint/2010/main" val="523891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FF62D-662C-7333-0AF5-D98EFEEAB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2C12208-C93F-4EDD-D2B0-3C307EEF1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799302"/>
            <a:ext cx="10515600" cy="44826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O rýchlosti nerozhoduje iba prijímateľ, ale aj stav danej siete.</a:t>
            </a:r>
          </a:p>
          <a:p>
            <a:pPr marL="0" indent="0">
              <a:buNone/>
            </a:pPr>
            <a:r>
              <a:rPr lang="sk-SK" dirty="0"/>
              <a:t>Dva hlavné režimy: </a:t>
            </a:r>
          </a:p>
          <a:p>
            <a:pPr marL="971550" lvl="1" indent="-514350">
              <a:buAutoNum type="arabicPeriod"/>
            </a:pPr>
            <a:r>
              <a:rPr lang="sk-SK" sz="2800" b="1" dirty="0" err="1"/>
              <a:t>Slow</a:t>
            </a:r>
            <a:r>
              <a:rPr lang="sk-SK" sz="2800" b="1" dirty="0"/>
              <a:t> </a:t>
            </a:r>
            <a:r>
              <a:rPr lang="sk-SK" sz="2800" b="1" dirty="0" err="1"/>
              <a:t>start</a:t>
            </a:r>
            <a:r>
              <a:rPr lang="sk-SK" sz="2800" b="1" dirty="0"/>
              <a:t> </a:t>
            </a:r>
            <a:r>
              <a:rPr lang="sk-SK" sz="2800" dirty="0"/>
              <a:t>- okno je na začiatku malé, ale rastie exponenciálne </a:t>
            </a:r>
          </a:p>
          <a:p>
            <a:pPr marL="971550" lvl="1" indent="-514350">
              <a:buAutoNum type="arabicPeriod"/>
            </a:pPr>
            <a:r>
              <a:rPr lang="sk-SK" sz="2800" b="1" dirty="0" err="1"/>
              <a:t>Congestion</a:t>
            </a:r>
            <a:r>
              <a:rPr lang="sk-SK" sz="2800" b="1" dirty="0"/>
              <a:t> </a:t>
            </a:r>
            <a:r>
              <a:rPr lang="sk-SK" sz="2800" b="1" dirty="0" err="1"/>
              <a:t>Avoidance</a:t>
            </a:r>
            <a:r>
              <a:rPr lang="sk-SK" sz="2800" b="1" dirty="0"/>
              <a:t> </a:t>
            </a:r>
            <a:r>
              <a:rPr lang="sk-SK" sz="2800" dirty="0"/>
              <a:t>- okno rastie lineárne a pri strate segmentu sa zníži na polovicu</a:t>
            </a:r>
          </a:p>
          <a:p>
            <a:pPr marL="514350" indent="-514350">
              <a:buAutoNum type="arabicPeriod"/>
            </a:pPr>
            <a:endParaRPr lang="sk-SK" dirty="0"/>
          </a:p>
          <a:p>
            <a:pPr marL="0" indent="0">
              <a:buNone/>
            </a:pPr>
            <a:r>
              <a:rPr lang="sk-SK" dirty="0" err="1"/>
              <a:t>Congestion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riadi odosielateľ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FEF3F1-45E6-0978-8510-D65970F0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Congestion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- ochrana pred zahltením</a:t>
            </a:r>
          </a:p>
        </p:txBody>
      </p:sp>
    </p:spTree>
    <p:extLst>
      <p:ext uri="{BB962C8B-B14F-4D97-AF65-F5344CB8AC3E}">
        <p14:creationId xmlns:p14="http://schemas.microsoft.com/office/powerpoint/2010/main" val="2004697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C791B-5A9B-6A0D-C28C-9FC7A6A3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rateny segment">
            <a:extLst>
              <a:ext uri="{FF2B5EF4-FFF2-40B4-BE49-F238E27FC236}">
                <a16:creationId xmlns:a16="http://schemas.microsoft.com/office/drawing/2014/main" id="{3A15BE09-F5A9-DE65-3D89-AA60EA232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560" y="0"/>
            <a:ext cx="6058208" cy="686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468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D3ECA-8D75-D540-FA12-0F7A2EA4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25EBF9E-0E23-ED6F-3B18-0517F34DB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90" y="0"/>
            <a:ext cx="10220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83367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17217</TotalTime>
  <Words>446</Words>
  <Application>Microsoft Office PowerPoint</Application>
  <PresentationFormat>Širokouhlá</PresentationFormat>
  <Paragraphs>64</Paragraphs>
  <Slides>19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21 </vt:lpstr>
      <vt:lpstr>Prúd údajov</vt:lpstr>
      <vt:lpstr>Segmentácia</vt:lpstr>
      <vt:lpstr>Segmentácia</vt:lpstr>
      <vt:lpstr>Segmentácia</vt:lpstr>
      <vt:lpstr>Segmentácia</vt:lpstr>
      <vt:lpstr>Segmentácia</vt:lpstr>
      <vt:lpstr>Posuvné okno</vt:lpstr>
      <vt:lpstr>Posuvné okno</vt:lpstr>
      <vt:lpstr>Posuvné okno</vt:lpstr>
      <vt:lpstr>Posuvné okno</vt:lpstr>
      <vt:lpstr>Posuvné okno</vt:lpstr>
      <vt:lpstr>Retransmisia stratených segmentov</vt:lpstr>
      <vt:lpstr>Prezentácia programu PowerPoint</vt:lpstr>
      <vt:lpstr>Flow Control - riadenie toku dát</vt:lpstr>
      <vt:lpstr>Congestion Control - ochrana pred zahltením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66</cp:revision>
  <dcterms:created xsi:type="dcterms:W3CDTF">2025-09-05T09:09:34Z</dcterms:created>
  <dcterms:modified xsi:type="dcterms:W3CDTF">2026-03-26T14:35:35Z</dcterms:modified>
</cp:coreProperties>
</file>
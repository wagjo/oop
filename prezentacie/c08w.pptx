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23. 10. 2025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op.wagjo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</a:t>
            </a:r>
            <a:r>
              <a:rPr lang="en-US" sz="4000" dirty="0"/>
              <a:t>8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Hra</a:t>
            </a:r>
            <a:r>
              <a:rPr lang="en-US" dirty="0"/>
              <a:t> Hangman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Trieda</a:t>
            </a:r>
            <a:r>
              <a:rPr lang="en-US" dirty="0"/>
              <a:t> Stav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Trieda</a:t>
            </a:r>
            <a:r>
              <a:rPr lang="en-US" dirty="0"/>
              <a:t> </a:t>
            </a:r>
            <a:r>
              <a:rPr lang="en-US" dirty="0" err="1"/>
              <a:t>TextoveUI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Trieda</a:t>
            </a:r>
            <a:r>
              <a:rPr lang="en-US" dirty="0"/>
              <a:t> </a:t>
            </a:r>
            <a:r>
              <a:rPr lang="en-US" dirty="0" err="1"/>
              <a:t>Hra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422417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Zadanie úlohy: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Hra obesenec v príkazovom riadku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Na začiatku hra požiada o slovo, ktoré sa bude hádať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Hráč zadá písmeno, hra ukáže uhádnuté znaky v slove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Hráč má 5 pokusov, potom hra končí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Hangman - </a:t>
            </a:r>
            <a:r>
              <a:rPr lang="en-US" dirty="0" err="1"/>
              <a:t>obesenec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52F34-B1B4-06C7-0405-A9071C78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08DB80-F28D-64AD-5CA4-F47029C9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422417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Návrh riešenia: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Vytvoríme 3 triedy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Trieda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Stav</a:t>
            </a:r>
            <a:r>
              <a:rPr lang="sk-SK" sz="2800" dirty="0"/>
              <a:t> bude spravovať stav hry: hádané slovo, uhádnuté znaky a počet ostávajúcich pokusov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Trieda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TextoveUI</a:t>
            </a:r>
            <a:r>
              <a:rPr lang="sk-SK" sz="2800" dirty="0"/>
              <a:t> bude mať na starosť užívateľské rozhranie: výpis na obrazovku a načítavanie z klávesnice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Trieda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Hra</a:t>
            </a:r>
            <a:r>
              <a:rPr lang="sk-SK" sz="2800" dirty="0"/>
              <a:t> bude mať </a:t>
            </a:r>
            <a:r>
              <a:rPr lang="sk-SK" sz="2800" dirty="0" err="1"/>
              <a:t>hlav</a:t>
            </a:r>
            <a:r>
              <a:rPr lang="en-US" sz="2800" dirty="0"/>
              <a:t>n</a:t>
            </a:r>
            <a:r>
              <a:rPr lang="sk-SK" sz="2800" dirty="0"/>
              <a:t>ú logiku hry a vstupný bod programu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457F096-91A9-0A7D-8334-9ADF2A40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Hangman - </a:t>
            </a:r>
            <a:r>
              <a:rPr lang="en-US" dirty="0" err="1"/>
              <a:t>obesenec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9546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E0303-053F-A2B1-20CF-3745FED1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411BEF7-738A-E2A8-3412-56856152D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5"/>
            <a:ext cx="10422417" cy="1738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V </a:t>
            </a:r>
            <a:r>
              <a:rPr lang="sk-SK" dirty="0" err="1"/>
              <a:t>IntelliJ</a:t>
            </a:r>
            <a:r>
              <a:rPr lang="sk-SK" dirty="0"/>
              <a:t> IDEA si vytvoríme nový Java projekt s názvom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Hangman</a:t>
            </a:r>
            <a:r>
              <a:rPr lang="sk-SK" dirty="0"/>
              <a:t>. 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 vytváraní vypneme možnosť vytvorenia </a:t>
            </a:r>
            <a:r>
              <a:rPr lang="sk-SK" i="1" dirty="0" err="1"/>
              <a:t>Sample</a:t>
            </a:r>
            <a:r>
              <a:rPr lang="sk-SK" i="1" dirty="0"/>
              <a:t> </a:t>
            </a:r>
            <a:r>
              <a:rPr lang="sk-SK" i="1" dirty="0" err="1"/>
              <a:t>code</a:t>
            </a:r>
            <a:r>
              <a:rPr lang="sk-SK" dirty="0"/>
              <a:t>, ukážkového kódu.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CD8A65A-D984-0D5C-DC36-AD4D3AAC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.1: Nový projekt</a:t>
            </a:r>
          </a:p>
        </p:txBody>
      </p:sp>
      <p:sp>
        <p:nvSpPr>
          <p:cNvPr id="2" name="Nadpis 4">
            <a:extLst>
              <a:ext uri="{FF2B5EF4-FFF2-40B4-BE49-F238E27FC236}">
                <a16:creationId xmlns:a16="http://schemas.microsoft.com/office/drawing/2014/main" id="{CAFF0D56-18D7-4FEF-551A-D37B17554F2F}"/>
              </a:ext>
            </a:extLst>
          </p:cNvPr>
          <p:cNvSpPr txBox="1">
            <a:spLocks/>
          </p:cNvSpPr>
          <p:nvPr/>
        </p:nvSpPr>
        <p:spPr>
          <a:xfrm>
            <a:off x="771144" y="3547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.2: Trieda Stav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368DC7D7-BE2E-9701-2F6C-3B6A24AB56B2}"/>
              </a:ext>
            </a:extLst>
          </p:cNvPr>
          <p:cNvSpPr txBox="1">
            <a:spLocks/>
          </p:cNvSpPr>
          <p:nvPr/>
        </p:nvSpPr>
        <p:spPr>
          <a:xfrm>
            <a:off x="1144741" y="4754161"/>
            <a:ext cx="10422417" cy="1472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sk-SK" dirty="0"/>
              <a:t>Vytvorte novú triedu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sk.spse.hangman.Stav</a:t>
            </a:r>
            <a:r>
              <a:rPr lang="sk-SK" dirty="0"/>
              <a:t> a pridajte do nej atribúty a konštruktor podľa príkladu v učebnici.</a:t>
            </a:r>
          </a:p>
        </p:txBody>
      </p:sp>
    </p:spTree>
    <p:extLst>
      <p:ext uri="{BB962C8B-B14F-4D97-AF65-F5344CB8AC3E}">
        <p14:creationId xmlns:p14="http://schemas.microsoft.com/office/powerpoint/2010/main" val="1494667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ABB87-4FCB-F05C-C2E9-8977B5AF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969292-8921-D270-4504-A33DAF35F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46" y="1516550"/>
            <a:ext cx="11254522" cy="48476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sz="2400" dirty="0"/>
              <a:t>Vytvorte nasledovné </a:t>
            </a:r>
            <a:r>
              <a:rPr lang="sk-SK" sz="2400" dirty="0" err="1"/>
              <a:t>getter</a:t>
            </a:r>
            <a:r>
              <a:rPr lang="sk-SK" sz="2400" dirty="0"/>
              <a:t> metódy v triede Stav: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isVyhra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vráti hodnotu atribútu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vyhra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isGameOver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vráti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/>
              <a:t>, ak je počet pokusov menší ako 1 alebo ak sme vyhrali, inak vráti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getOstavaPokusov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vráti zostávajúci počet pokusov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getHadaneSlovo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vráti hádané slovo. Bonus: slovo vráti, iba ak hra skončila, inak vyhodí výnimku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getSlovo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vráti slovo, ktoré sme zatiaľ uhádli. Kód tejto metódy musí vytvoriť reťazec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/>
              <a:t> z poľa znakov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uhadnuteZnaky</a:t>
            </a:r>
            <a:r>
              <a:rPr lang="sk-SK" sz="2400" dirty="0"/>
              <a:t>. Môžete na to použiť statickú metódu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String.valueOf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51AE21F-BCDB-8E04-0819-F8683D5A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.3: </a:t>
            </a:r>
            <a:r>
              <a:rPr lang="sk-SK" dirty="0" err="1"/>
              <a:t>Getter</a:t>
            </a:r>
            <a:r>
              <a:rPr lang="sk-SK" dirty="0"/>
              <a:t> metódy</a:t>
            </a:r>
          </a:p>
        </p:txBody>
      </p:sp>
    </p:spTree>
    <p:extLst>
      <p:ext uri="{BB962C8B-B14F-4D97-AF65-F5344CB8AC3E}">
        <p14:creationId xmlns:p14="http://schemas.microsoft.com/office/powerpoint/2010/main" val="263687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F46CE-686F-9A6C-A1C8-F9D202C3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A06578-A316-2569-D14F-DD7BAD0E2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16550"/>
            <a:ext cx="11759184" cy="48476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sz="2400" dirty="0"/>
              <a:t>V triede 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Stav</a:t>
            </a:r>
            <a:r>
              <a:rPr lang="sk-SK" sz="2400" dirty="0"/>
              <a:t> vytvorte inštančnú metódu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hadaj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tip)</a:t>
            </a:r>
            <a:r>
              <a:rPr lang="sk-SK" sz="2400" dirty="0"/>
              <a:t>, ktorá bude meniť stav hry podľa zadaného znaku 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tip</a:t>
            </a:r>
            <a:r>
              <a:rPr lang="sk-SK" sz="2400" dirty="0"/>
              <a:t>. V tele metódy napíšte kód, ktorý urobí nasledovné:</a:t>
            </a:r>
          </a:p>
          <a:p>
            <a:pPr marL="457200" indent="-457200">
              <a:buFont typeface="+mj-lt"/>
              <a:buAutoNum type="arabicPeriod"/>
            </a:pPr>
            <a:r>
              <a:rPr lang="sk-SK" sz="2400" dirty="0"/>
              <a:t>Vytvorí pomocnú 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sk-SK" sz="2400" dirty="0"/>
              <a:t> premennú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spravnyTip</a:t>
            </a:r>
            <a:r>
              <a:rPr lang="sk-SK" sz="2400" dirty="0"/>
              <a:t>, inicializuje ju na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sk-SK" sz="2400" dirty="0"/>
              <a:t>V cykle prejdite všetky znaky hádaného slova, a ak sa znak zhoduje so znakom tip, pridajte tento znak do poľa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uhadnuteZnaky</a:t>
            </a:r>
            <a:r>
              <a:rPr lang="sk-SK" sz="2400" dirty="0"/>
              <a:t> na tú istú pozíciu, akú má v hľadanom slove. Ak sa znak zhoduje, nastavte premennú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spravnyTip</a:t>
            </a:r>
            <a:r>
              <a:rPr lang="sk-SK" sz="2400" dirty="0"/>
              <a:t> na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/>
              <a:t> Pri porovnaní znakov použite metódu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Character.toLowerCase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/>
              <a:t>, aby sme pri nebrali ohľad na veľkosť písmen.</a:t>
            </a:r>
          </a:p>
          <a:p>
            <a:pPr marL="457200" indent="-457200">
              <a:buFont typeface="+mj-lt"/>
              <a:buAutoNum type="arabicPeriod"/>
            </a:pPr>
            <a:r>
              <a:rPr lang="sk-SK" sz="2400" dirty="0"/>
              <a:t>Ak nenastal správny tip, </a:t>
            </a:r>
            <a:r>
              <a:rPr lang="sk-SK" sz="2400" dirty="0" err="1"/>
              <a:t>dekrementuje</a:t>
            </a:r>
            <a:r>
              <a:rPr lang="sk-SK" sz="2400" dirty="0"/>
              <a:t> atribút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ostavaPokusov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sk-SK" sz="2400" dirty="0"/>
              <a:t>Ak je sme uhádli celé slovo, atribút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vyhra</a:t>
            </a:r>
            <a:r>
              <a:rPr lang="sk-SK" sz="2400" dirty="0"/>
              <a:t> nastaví na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/>
              <a:t>. Uhádnutie zistite porovnaním hádaného slova zo slovom, ktoré vracia metóda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getSlovo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sk-SK" sz="2400" dirty="0"/>
              <a:t>Metóda vráti hodnotu premennej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spravnyTip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B547F84-1AC3-9495-D4F3-DB70429A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.4: Inštančná metóda</a:t>
            </a:r>
          </a:p>
        </p:txBody>
      </p:sp>
    </p:spTree>
    <p:extLst>
      <p:ext uri="{BB962C8B-B14F-4D97-AF65-F5344CB8AC3E}">
        <p14:creationId xmlns:p14="http://schemas.microsoft.com/office/powerpoint/2010/main" val="3965677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DB719-8AD4-4CE7-D65F-475128E3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CBA214B-CD6B-90B6-D5F7-0DE08E8EA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5B20DF76-22D5-1953-2F37-49C53B4C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7C0E4462-8686-76B8-54A2-54265351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256" y="365125"/>
            <a:ext cx="4166265" cy="59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04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31DB-5838-DE6C-9574-F1645EA2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982F48-1B1A-BF43-4962-7BB1F0F0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16550"/>
            <a:ext cx="11759184" cy="48476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Vytvorte novú triedu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sk.spse.hangman.TextoveUI</a:t>
            </a:r>
            <a:r>
              <a:rPr lang="sk-SK" dirty="0"/>
              <a:t>: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sk.spse.hangman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java.util.Scanner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TextoveUI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Scanner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scanner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TextoveUI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this.scanner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Scanner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(System.in);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27C037D-C4C8-0DAF-3BD6-95899342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.5: Trieda </a:t>
            </a:r>
            <a:r>
              <a:rPr lang="sk-SK" dirty="0" err="1"/>
              <a:t>TextoveUI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7293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260A4-CA2D-A013-55E5-F6C66D2A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8F6E133-558B-4C4B-7FCF-9D95C467A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16550"/>
            <a:ext cx="11759184" cy="48476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/>
              <a:t>Vytvorte nasledovné inštančné metódy v triede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TextoveUI</a:t>
            </a:r>
            <a:r>
              <a:rPr lang="sk-SK" dirty="0"/>
              <a:t>. V kóde týchto metód použite atribút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scanner</a:t>
            </a:r>
            <a:r>
              <a:rPr lang="sk-SK" dirty="0"/>
              <a:t> na načítanie hodnôt z klávesnice.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ziskajTip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- vypíše na obrazovku text "Hádaj písmeno: " a načíta jeden znak z klávesnice. Použite metódu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scanner.nextLine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a potom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String#charAt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vráťte prvý znak, ktorý užívateľ zadal.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ziskajHadaneSlovo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- vypíše na obrazovku text "Zadaj slovo, ktoré sa má hádať: " a načíta slovo z klávesnice. Vráti načítané slovo. Po načítaní 'vyčistite' obrazovku napísaním veľkého množstva nových riadkov (znak '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sk-SK" dirty="0"/>
              <a:t>')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0C32511-6462-9E9B-E18C-99985C45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.6: Získanie vstupu</a:t>
            </a:r>
          </a:p>
        </p:txBody>
      </p:sp>
    </p:spTree>
    <p:extLst>
      <p:ext uri="{BB962C8B-B14F-4D97-AF65-F5344CB8AC3E}">
        <p14:creationId xmlns:p14="http://schemas.microsoft.com/office/powerpoint/2010/main" val="2917433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D5B0D-B51A-09D6-1D4E-EFF691F3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5DD4A8-37B9-0962-D595-55F94663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16550"/>
            <a:ext cx="11759184" cy="48476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/>
              <a:t>Vytvorte nasledovné inštančné metódy v triede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TextoveUI</a:t>
            </a:r>
            <a:r>
              <a:rPr lang="sk-SK" sz="2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vypisIntro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- vypíše text "Vitaj v hre Obesenec!". Text môžete pekne orámovať, ak chcete.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vypisStavHry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(Stav stav)</a:t>
            </a:r>
            <a:r>
              <a:rPr lang="sk-SK" sz="2400" dirty="0"/>
              <a:t> - do samostatného riadku vypíše "Slovo: " a za ním vypíše zatiaľ uhádnuté slovo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stav.getSlovo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vypisVysledokHry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(Stav stav)</a:t>
            </a:r>
            <a:r>
              <a:rPr lang="sk-SK" sz="2400" dirty="0"/>
              <a:t> - Ak je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stav.isVyhra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/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/>
              <a:t>, vypíše "Vyhral si!". V opačnom prípade vypíše "Prehral si, hľadané slovo bolo: " a vypíše hľadané slovo.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vypisVysledokHadania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tip,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spravnyTip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/>
              <a:t> - ak je </a:t>
            </a:r>
            <a:r>
              <a:rPr lang="sk-SK" sz="2400" dirty="0" err="1"/>
              <a:t>vstupny</a:t>
            </a:r>
            <a:r>
              <a:rPr lang="sk-SK" sz="2400" dirty="0"/>
              <a:t> argument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spravnyTip</a:t>
            </a:r>
            <a:r>
              <a:rPr lang="sk-SK" sz="2400" dirty="0"/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/>
              <a:t>, vypíše "</a:t>
            </a:r>
            <a:r>
              <a:rPr lang="sk-SK" sz="2400" dirty="0" err="1"/>
              <a:t>Uhadol</a:t>
            </a:r>
            <a:r>
              <a:rPr lang="sk-SK" sz="2400" dirty="0"/>
              <a:t> si </a:t>
            </a:r>
            <a:r>
              <a:rPr lang="sk-SK" sz="2400" dirty="0" err="1"/>
              <a:t>dalsi</a:t>
            </a:r>
            <a:r>
              <a:rPr lang="sk-SK" sz="2400" dirty="0"/>
              <a:t> znak!". V opačnom prípade vypíše "Znak %c sa v hľadanom slove nenachádza", pričom vypíše znak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tip</a:t>
            </a:r>
            <a:r>
              <a:rPr lang="sk-SK" sz="2400" dirty="0"/>
              <a:t>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E5AECCF-0947-75A0-71E0-595035D0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Úloha </a:t>
            </a:r>
            <a:r>
              <a:rPr lang="en-US" dirty="0"/>
              <a:t>8</a:t>
            </a:r>
            <a:r>
              <a:rPr lang="sk-SK" dirty="0"/>
              <a:t>.7: Vypísanie informácii</a:t>
            </a:r>
          </a:p>
        </p:txBody>
      </p:sp>
    </p:spTree>
    <p:extLst>
      <p:ext uri="{BB962C8B-B14F-4D97-AF65-F5344CB8AC3E}">
        <p14:creationId xmlns:p14="http://schemas.microsoft.com/office/powerpoint/2010/main" val="2468211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24E73-2506-0716-9CF0-303B55A4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0F576FB-A56F-824F-2D49-3DFAA36B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FD3AB515-C70F-B9FA-A156-A47494A7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D8DD5F89-1101-C27F-B611-024A780B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860" y="642166"/>
            <a:ext cx="7983064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7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53A15-AF1B-F9EF-E254-9375F15B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4E63D8E-8726-2782-482B-24B7E55C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16550"/>
            <a:ext cx="11759184" cy="48476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/>
              <a:t>Vytvorte triedu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sk.spse.hangman.Hra</a:t>
            </a:r>
            <a:r>
              <a:rPr lang="sk-SK" dirty="0"/>
              <a:t> s kódom podľa učebnice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DC02E39-5DA6-F4BC-7BF0-66A6D37D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Úloha 8.8: Hlavná trieda Hra</a:t>
            </a:r>
            <a:endParaRPr lang="sk-SK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7F8D43B9-D2C2-A134-F4A8-5043909C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82" y="2578767"/>
            <a:ext cx="459169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1426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512</TotalTime>
  <Words>788</Words>
  <Application>Microsoft Office PowerPoint</Application>
  <PresentationFormat>Širokouhlá</PresentationFormat>
  <Paragraphs>69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8</vt:lpstr>
      <vt:lpstr>Hangman - obesenec</vt:lpstr>
      <vt:lpstr>Hangman - obesenec</vt:lpstr>
      <vt:lpstr>Úloha 8.1: Nový projekt</vt:lpstr>
      <vt:lpstr>Úloha 8.3: Getter metódy</vt:lpstr>
      <vt:lpstr>Úloha 8.4: Inštančná metóda</vt:lpstr>
      <vt:lpstr>Prezentácia programu PowerPoint</vt:lpstr>
      <vt:lpstr>Úloha 8.5: Trieda TextoveUI</vt:lpstr>
      <vt:lpstr>Úloha 8.6: Získanie vstupu</vt:lpstr>
      <vt:lpstr>Úloha 8.7: Vypísanie informácii</vt:lpstr>
      <vt:lpstr>Prezentácia programu PowerPoint</vt:lpstr>
      <vt:lpstr>Úloha 8.8: Hlavná trieda Hra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31</cp:revision>
  <dcterms:created xsi:type="dcterms:W3CDTF">2025-09-05T09:09:34Z</dcterms:created>
  <dcterms:modified xsi:type="dcterms:W3CDTF">2025-10-23T20:49:56Z</dcterms:modified>
</cp:coreProperties>
</file>
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71" r:id="rId5"/>
    <p:sldId id="270" r:id="rId6"/>
    <p:sldId id="280" r:id="rId7"/>
    <p:sldId id="281" r:id="rId8"/>
    <p:sldId id="282" r:id="rId9"/>
    <p:sldId id="283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3. 12. 2025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game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13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26470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Pygame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Rect</a:t>
            </a:r>
            <a:r>
              <a:rPr lang="sk-SK" dirty="0"/>
              <a:t>, vykresľovanie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Udalosti, stav klávesnice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Herná slučka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3"/>
            <a:ext cx="10260873" cy="183929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/>
              <a:t>K</a:t>
            </a:r>
            <a:r>
              <a:rPr lang="sk-SK" dirty="0" err="1"/>
              <a:t>nižnica</a:t>
            </a:r>
            <a:r>
              <a:rPr lang="sk-SK" dirty="0"/>
              <a:t> pre tvorbu 2D hier v </a:t>
            </a:r>
            <a:r>
              <a:rPr lang="sk-SK" dirty="0" err="1"/>
              <a:t>Pythone</a:t>
            </a:r>
            <a:r>
              <a:rPr lang="en-US" dirty="0"/>
              <a:t>, </a:t>
            </a:r>
            <a:r>
              <a:rPr lang="sk-SK" dirty="0">
                <a:hlinkClick r:id="rId2"/>
              </a:rPr>
              <a:t>https://www.pygame.org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</a:t>
            </a:r>
            <a:r>
              <a:rPr lang="sk-SK" dirty="0" err="1"/>
              <a:t>štalácia</a:t>
            </a:r>
            <a:r>
              <a:rPr lang="sk-SK" dirty="0"/>
              <a:t>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pip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install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Modul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Inicializácia pomocou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pygame.init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Hlavné okno vytvoríme pomocou </a:t>
            </a:r>
            <a:br>
              <a:rPr lang="sk-SK" dirty="0"/>
            </a:b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screen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pygame.display.set_mode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((SIRKA, VYSKA))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Titulok okna zadefinujeme pomocou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pygame.display.set_caption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("Titulok")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Pygame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6E077-7E1D-3C08-FB6B-13141FD6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1624F04-DED5-0940-DB24-391E9C2A1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11257569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import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SIRKA = 800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VYSKA = 600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screen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pygame.display.set_mode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((SIRKA, VYSKA))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pygame.display.set_caption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("Hra")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5F7E574-183B-1724-005B-A714154D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Pygame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82971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3543F-7EB0-2776-E718-8A879EB1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7F554B-0241-F81D-A0DF-0EB31990A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3"/>
            <a:ext cx="10431561" cy="10254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Farby sú reprezentované ako </a:t>
            </a:r>
            <a:r>
              <a:rPr lang="sk-SK" dirty="0" err="1"/>
              <a:t>tuple</a:t>
            </a:r>
            <a:r>
              <a:rPr lang="sk-SK" dirty="0"/>
              <a:t>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(R, G, B)</a:t>
            </a:r>
            <a:r>
              <a:rPr lang="sk-SK" dirty="0"/>
              <a:t> v intervaloch 0-255</a:t>
            </a:r>
            <a:endParaRPr lang="sk-SK" sz="280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E64CADF-C682-0256-AB1D-7C90308C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Farby</a:t>
            </a:r>
          </a:p>
        </p:txBody>
      </p:sp>
      <p:sp>
        <p:nvSpPr>
          <p:cNvPr id="6" name="Nadpis 4">
            <a:extLst>
              <a:ext uri="{FF2B5EF4-FFF2-40B4-BE49-F238E27FC236}">
                <a16:creationId xmlns:a16="http://schemas.microsoft.com/office/drawing/2014/main" id="{B0C3CF00-0485-5482-645D-55C62877F2D6}"/>
              </a:ext>
            </a:extLst>
          </p:cNvPr>
          <p:cNvSpPr txBox="1">
            <a:spLocks/>
          </p:cNvSpPr>
          <p:nvPr/>
        </p:nvSpPr>
        <p:spPr>
          <a:xfrm>
            <a:off x="838200" y="22524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dirty="0" err="1"/>
              <a:t>Rect</a:t>
            </a:r>
            <a:endParaRPr lang="sk-SK" dirty="0"/>
          </a:p>
        </p:txBody>
      </p:sp>
      <p:sp>
        <p:nvSpPr>
          <p:cNvPr id="7" name="Zástupný objekt pre obsah 2">
            <a:extLst>
              <a:ext uri="{FF2B5EF4-FFF2-40B4-BE49-F238E27FC236}">
                <a16:creationId xmlns:a16="http://schemas.microsoft.com/office/drawing/2014/main" id="{4894FF34-B7D6-B159-8C96-5A45144C8655}"/>
              </a:ext>
            </a:extLst>
          </p:cNvPr>
          <p:cNvSpPr txBox="1">
            <a:spLocks/>
          </p:cNvSpPr>
          <p:nvPr/>
        </p:nvSpPr>
        <p:spPr>
          <a:xfrm>
            <a:off x="880219" y="3578047"/>
            <a:ext cx="10431561" cy="2914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k-SK" dirty="0"/>
              <a:t>Trieda </a:t>
            </a:r>
            <a:r>
              <a:rPr lang="sk-SK" dirty="0" err="1"/>
              <a:t>Rect</a:t>
            </a:r>
            <a:r>
              <a:rPr lang="sk-SK" dirty="0"/>
              <a:t> - obdĺžnik,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pygame.Rect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(x, y,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width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height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sk-SK" dirty="0"/>
              <a:t>Trieda poskytuje rôzne atribúty ako napr.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x</a:t>
            </a:r>
            <a:r>
              <a:rPr lang="sk-SK" dirty="0"/>
              <a:t>,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y</a:t>
            </a:r>
            <a:r>
              <a:rPr lang="sk-SK" dirty="0"/>
              <a:t>,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width</a:t>
            </a:r>
            <a:r>
              <a:rPr lang="sk-SK" dirty="0"/>
              <a:t>,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height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sk-SK" dirty="0"/>
              <a:t>Detekcia kolízie 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rect.colliderect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other_rect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160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A19C3-DA18-4107-E8B7-6008A092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6925C36-18D0-E048-8DF4-6BC3BFA9C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7470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Vykresľovanie tvarov: </a:t>
            </a:r>
          </a:p>
          <a:p>
            <a:pPr lvl="1"/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pygame.draw.rect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/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pygame.draw.ellipse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/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pygame.draw.line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/>
              <a:t>Vykresľovanie textu v 3 krokoch: </a:t>
            </a:r>
          </a:p>
          <a:p>
            <a:pPr lvl="1"/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pygame.font.SysFont</a:t>
            </a:r>
            <a:r>
              <a:rPr lang="sk-SK" dirty="0"/>
              <a:t> – vytvorí font</a:t>
            </a:r>
          </a:p>
          <a:p>
            <a:pPr lvl="1"/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font.render</a:t>
            </a:r>
            <a:r>
              <a:rPr lang="sk-SK" dirty="0"/>
              <a:t> – </a:t>
            </a:r>
            <a:r>
              <a:rPr lang="sk-SK" dirty="0" err="1"/>
              <a:t>vyrenderuje</a:t>
            </a:r>
            <a:r>
              <a:rPr lang="sk-SK" dirty="0"/>
              <a:t> text do objektu</a:t>
            </a:r>
          </a:p>
          <a:p>
            <a:pPr lvl="1"/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screen.blit</a:t>
            </a:r>
            <a:r>
              <a:rPr lang="sk-SK" dirty="0"/>
              <a:t> - vykreslí do okna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1C78ACF-5640-CB6A-B977-0343CBC2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Vykresľovanie</a:t>
            </a:r>
          </a:p>
        </p:txBody>
      </p:sp>
    </p:spTree>
    <p:extLst>
      <p:ext uri="{BB962C8B-B14F-4D97-AF65-F5344CB8AC3E}">
        <p14:creationId xmlns:p14="http://schemas.microsoft.com/office/powerpoint/2010/main" val="653865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A1788-6126-F919-44D4-D492D48B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EEDCAF-67EB-F6FF-8D69-8852B1AAE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435608"/>
            <a:ext cx="10431561" cy="49469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 err="1"/>
              <a:t>Jednorázové</a:t>
            </a:r>
            <a:r>
              <a:rPr lang="sk-SK" dirty="0"/>
              <a:t> udalosti (klik myšou, stlačenie klávesy):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pygame.event.get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sk-SK" dirty="0"/>
              <a:t>Stav klávesnice -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pygame.key.get_pressed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event in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pygame.event.get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event.type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pygame.QUIT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pygame.quit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sys.exit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event.type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pygame.KEYDOWN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event.key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pygame.K_ESCAPE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# stlačenie ESC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78C3B43-9B20-EC60-94FF-7545CDD6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Udalosti</a:t>
            </a:r>
          </a:p>
        </p:txBody>
      </p:sp>
    </p:spTree>
    <p:extLst>
      <p:ext uri="{BB962C8B-B14F-4D97-AF65-F5344CB8AC3E}">
        <p14:creationId xmlns:p14="http://schemas.microsoft.com/office/powerpoint/2010/main" val="902276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2BE763-6B73-176E-E179-6C8B2FC9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7A12F0-1D29-954B-FC3A-59584A509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435608"/>
            <a:ext cx="10431561" cy="49469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Hra beží v nekonečnom cykle </a:t>
            </a:r>
          </a:p>
          <a:p>
            <a:pPr marL="0" indent="0">
              <a:buNone/>
            </a:pPr>
            <a:r>
              <a:rPr lang="sk-SK" dirty="0"/>
              <a:t>Jedna iterácia je jeden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tick</a:t>
            </a:r>
            <a:r>
              <a:rPr lang="sk-SK" dirty="0"/>
              <a:t> alebo </a:t>
            </a:r>
            <a:r>
              <a:rPr lang="sk-SK" dirty="0" err="1"/>
              <a:t>frame</a:t>
            </a:r>
            <a:r>
              <a:rPr lang="sk-SK" dirty="0"/>
              <a:t> - snímka </a:t>
            </a: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pygame.time.Clock</a:t>
            </a:r>
            <a:r>
              <a:rPr lang="sk-SK" dirty="0"/>
              <a:t> umožňuje spomaliť cyklus na požadované FPS </a:t>
            </a:r>
          </a:p>
          <a:p>
            <a:pPr marL="0" indent="0">
              <a:buNone/>
            </a:pPr>
            <a:r>
              <a:rPr lang="sk-SK" dirty="0"/>
              <a:t>Úloha hlavnej slučky je zachytiť a spracovať udalosti, aktualizovať stav sveta hry a potom vykresliť hru na obrazovku. </a:t>
            </a:r>
          </a:p>
          <a:p>
            <a:pPr marL="0" indent="0">
              <a:buNone/>
            </a:pPr>
            <a:r>
              <a:rPr lang="sk-SK" dirty="0"/>
              <a:t>Všetko ostatné je potrebné si pripraviť vopred. </a:t>
            </a:r>
          </a:p>
          <a:p>
            <a:pPr marL="0" indent="0">
              <a:buNone/>
            </a:pPr>
            <a:r>
              <a:rPr lang="sk-SK" dirty="0"/>
              <a:t>Je zbytočné vytvárať fonty a načítavať obrázky v každej iterácii slučky, v každom </a:t>
            </a:r>
            <a:r>
              <a:rPr lang="sk-SK" dirty="0" err="1"/>
              <a:t>frame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4C34724-D63F-492F-C2CE-955AE4F2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Hlavná herná slučka</a:t>
            </a:r>
          </a:p>
        </p:txBody>
      </p:sp>
    </p:spTree>
    <p:extLst>
      <p:ext uri="{BB962C8B-B14F-4D97-AF65-F5344CB8AC3E}">
        <p14:creationId xmlns:p14="http://schemas.microsoft.com/office/powerpoint/2010/main" val="2566329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611D6-1FB3-79DB-E4FF-645061354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6B30BE2-C509-DE9A-E9A0-F3AE2E41D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639" y="356616"/>
            <a:ext cx="10431561" cy="61539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pygame.time.Clock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1. Spracovanie udalosti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event in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pygame.event.get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event.type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pygame.QUIT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pygame.quit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sys.exit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2. Aktualizácia stavu hry, napr. pohyb objektov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update()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3. Vyčistiť obraz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screen.fill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((0, 0, 0))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4. Vykresliť tvary, text a obrázky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draw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5. Zobraziť na obrazovku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pygame.display.flip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i="1" dirty="0">
                <a:highlight>
                  <a:srgbClr val="FFFF00"/>
                </a:highlight>
                <a:latin typeface="Consolas" panose="020B0609020204030204" pitchFamily="49" charset="0"/>
              </a:rPr>
              <a:t># 6. Spomaliť na dané FPS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clock.tick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(60)</a:t>
            </a:r>
          </a:p>
        </p:txBody>
      </p:sp>
    </p:spTree>
    <p:extLst>
      <p:ext uri="{BB962C8B-B14F-4D97-AF65-F5344CB8AC3E}">
        <p14:creationId xmlns:p14="http://schemas.microsoft.com/office/powerpoint/2010/main" val="417281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8589E-9A30-405C-1AE6-D7454492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8B13A24-55AD-2223-A93D-C16EF21D0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690688"/>
            <a:ext cx="9840249" cy="4903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Dnes si vytvoríme hru </a:t>
            </a:r>
            <a:r>
              <a:rPr lang="sk-SK" b="1" dirty="0" err="1"/>
              <a:t>Pong</a:t>
            </a:r>
            <a:r>
              <a:rPr lang="sk-SK" dirty="0"/>
              <a:t>. Základné vlastnosti:</a:t>
            </a:r>
          </a:p>
          <a:p>
            <a:r>
              <a:rPr lang="sk-SK" dirty="0"/>
              <a:t>hra pre dvoch hráčov</a:t>
            </a:r>
          </a:p>
          <a:p>
            <a:r>
              <a:rPr lang="sk-SK" dirty="0"/>
              <a:t>každý hráč ovláda dosku na kraji obrazovky, ľavom a pravom</a:t>
            </a:r>
          </a:p>
          <a:p>
            <a:r>
              <a:rPr lang="sk-SK" dirty="0"/>
              <a:t>hráč vie doskou pohybovať hore a dole</a:t>
            </a:r>
          </a:p>
          <a:p>
            <a:r>
              <a:rPr lang="sk-SK" dirty="0"/>
              <a:t>po obrazovke lieta lopta a odráža sa od hornej a dolnej steny a od dosiek</a:t>
            </a:r>
          </a:p>
          <a:p>
            <a:r>
              <a:rPr lang="sk-SK" dirty="0"/>
              <a:t>cieľom je dostať loptu za súperovu dosku, dať gól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2780B4E-B486-2462-77DA-F8FBED9E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prstClr val="black"/>
                </a:solidFill>
              </a:rPr>
              <a:t>Hra </a:t>
            </a:r>
            <a:r>
              <a:rPr lang="sk-SK" dirty="0" err="1">
                <a:solidFill>
                  <a:prstClr val="black"/>
                </a:solidFill>
              </a:rPr>
              <a:t>Pong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7272747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9210</TotalTime>
  <Words>581</Words>
  <Application>Microsoft Office PowerPoint</Application>
  <PresentationFormat>Širokouhlá</PresentationFormat>
  <Paragraphs>84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13 </vt:lpstr>
      <vt:lpstr>Pygame</vt:lpstr>
      <vt:lpstr>Pygame</vt:lpstr>
      <vt:lpstr>Farby</vt:lpstr>
      <vt:lpstr>Vykresľovanie</vt:lpstr>
      <vt:lpstr>Udalosti</vt:lpstr>
      <vt:lpstr>Hlavná herná slučka</vt:lpstr>
      <vt:lpstr>Prezentácia programu PowerPoint</vt:lpstr>
      <vt:lpstr>Hra Pong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37</cp:revision>
  <dcterms:created xsi:type="dcterms:W3CDTF">2025-09-05T09:09:34Z</dcterms:created>
  <dcterms:modified xsi:type="dcterms:W3CDTF">2025-12-03T18:25:51Z</dcterms:modified>
</cp:coreProperties>
</file>
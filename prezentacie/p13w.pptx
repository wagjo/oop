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2">
  <p:sldMasterIdLst>
    <p:sldMasterId id="2147483696" r:id="rId1"/>
  </p:sldMasterIdLst>
  <p:sldIdLst>
    <p:sldId id="266" r:id="rId2"/>
    <p:sldId id="257" r:id="rId3"/>
    <p:sldId id="269" r:id="rId4"/>
    <p:sldId id="271" r:id="rId5"/>
    <p:sldId id="270" r:id="rId6"/>
    <p:sldId id="280" r:id="rId7"/>
    <p:sldId id="281" r:id="rId8"/>
    <p:sldId id="282" r:id="rId9"/>
    <p:sldId id="283" r:id="rId10"/>
    <p:sldId id="279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30. 11. 2025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71149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30. 11. 2025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097966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30. 11. 2025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557420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30. 11. 2025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89817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30. 11. 2025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8637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30. 11. 2025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54684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30. 11. 2025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97743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30. 11. 2025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543039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/>
              <a:t>Kliknutím na ikonu pridáte obrázok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30. 11. 2025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7196638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30. 11. 2025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93636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30. 11. 2025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405875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052495-8BC8-4CFB-94B1-B0429F101A0D}" type="datetimeFigureOut">
              <a:rPr lang="sk-SK" smtClean="0"/>
              <a:t>30. 11. 2025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72524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oop.wagjo.com/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ygame.org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E144086-9642-901A-F3D2-FA2652CA9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99" y="1188637"/>
            <a:ext cx="3291839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Objektovo orientované programovanie</a:t>
            </a:r>
            <a:br>
              <a:rPr lang="en-US" sz="4000" dirty="0"/>
            </a:br>
            <a:r>
              <a:rPr lang="en-US" sz="4000" dirty="0"/>
              <a:t>- </a:t>
            </a:r>
            <a:r>
              <a:rPr lang="en-US" sz="4000" i="1" dirty="0" err="1"/>
              <a:t>pokro</a:t>
            </a:r>
            <a:r>
              <a:rPr lang="sk-SK" sz="4000" i="1" dirty="0" err="1"/>
              <a:t>čilí</a:t>
            </a:r>
            <a:endParaRPr lang="sk-SK" sz="4000" i="1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685716B-C55C-CDF8-4632-389CB907CA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Učiteľ: </a:t>
            </a:r>
            <a:br>
              <a:rPr lang="sk-SK" dirty="0"/>
            </a:br>
            <a:r>
              <a:rPr lang="sk-SK" b="1" dirty="0"/>
              <a:t>Ing. Jozef Wagner PhD.</a:t>
            </a:r>
          </a:p>
          <a:p>
            <a:pPr marL="0" indent="0">
              <a:buNone/>
            </a:pPr>
            <a:endParaRPr lang="sk-SK" b="1" dirty="0"/>
          </a:p>
          <a:p>
            <a:pPr marL="0" indent="0">
              <a:buNone/>
            </a:pPr>
            <a:r>
              <a:rPr lang="sk-SK" dirty="0"/>
              <a:t>Učebnica: </a:t>
            </a:r>
            <a:br>
              <a:rPr lang="sk-SK" dirty="0"/>
            </a:br>
            <a:r>
              <a:rPr lang="sk-SK" dirty="0">
                <a:hlinkClick r:id="rId2"/>
              </a:rPr>
              <a:t>https://oop.wagjo.com/</a:t>
            </a:r>
            <a:r>
              <a:rPr lang="sk-SK" dirty="0"/>
              <a:t> </a:t>
            </a:r>
          </a:p>
          <a:p>
            <a:pPr marL="0" indent="0">
              <a:buNone/>
            </a:pP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517443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3680000-8E97-7BCD-0373-6D09E7201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900" y="1188637"/>
            <a:ext cx="3141430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OPGP  Pokročilí</a:t>
            </a:r>
            <a:r>
              <a:rPr lang="en-US" sz="4000" dirty="0"/>
              <a:t> 13</a:t>
            </a:r>
            <a:br>
              <a:rPr lang="en-US" sz="4000" dirty="0"/>
            </a:br>
            <a:endParaRPr lang="sk-SK" sz="40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9A88E58-5472-E350-E606-D7A492AB5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7" y="1338729"/>
            <a:ext cx="5264703" cy="4180542"/>
          </a:xfrm>
        </p:spPr>
        <p:txBody>
          <a:bodyPr anchor="ctr">
            <a:no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 err="1"/>
              <a:t>Pygame</a:t>
            </a:r>
            <a:endParaRPr lang="sk-SK" dirty="0"/>
          </a:p>
          <a:p>
            <a:pPr marL="514350" indent="-514350">
              <a:buFont typeface="+mj-lt"/>
              <a:buAutoNum type="arabicPeriod"/>
            </a:pPr>
            <a:r>
              <a:rPr lang="sk-SK" dirty="0" err="1"/>
              <a:t>Rect</a:t>
            </a:r>
            <a:r>
              <a:rPr lang="sk-SK" dirty="0"/>
              <a:t>, vykresľovanie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Udalosti, stav klávesnice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Herná slučka</a:t>
            </a:r>
          </a:p>
        </p:txBody>
      </p:sp>
    </p:spTree>
    <p:extLst>
      <p:ext uri="{BB962C8B-B14F-4D97-AF65-F5344CB8AC3E}">
        <p14:creationId xmlns:p14="http://schemas.microsoft.com/office/powerpoint/2010/main" val="299128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5B952C-DEB0-F05A-6099-A8BDC351D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EA1B4840-2877-41AB-3F4C-3F6D130D5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2239" y="1589703"/>
            <a:ext cx="10260873" cy="183929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dirty="0"/>
              <a:t>K</a:t>
            </a:r>
            <a:r>
              <a:rPr lang="sk-SK" dirty="0" err="1"/>
              <a:t>nižnica</a:t>
            </a:r>
            <a:r>
              <a:rPr lang="sk-SK" dirty="0"/>
              <a:t> pre tvorbu 2D hier v </a:t>
            </a:r>
            <a:r>
              <a:rPr lang="sk-SK" dirty="0" err="1"/>
              <a:t>Pythone</a:t>
            </a:r>
            <a:r>
              <a:rPr lang="en-US" dirty="0"/>
              <a:t>, </a:t>
            </a:r>
            <a:r>
              <a:rPr lang="sk-SK" dirty="0">
                <a:hlinkClick r:id="rId2"/>
              </a:rPr>
              <a:t>https://www.pygame.org</a:t>
            </a: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In</a:t>
            </a:r>
            <a:r>
              <a:rPr lang="sk-SK" dirty="0" err="1"/>
              <a:t>štalácia</a:t>
            </a:r>
            <a:r>
              <a:rPr lang="sk-SK" dirty="0"/>
              <a:t>: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pip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install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Modul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Inicializácia pomocou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pygame.init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endParaRPr lang="en-US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Hlavné okno vytvoríme pomocou </a:t>
            </a:r>
            <a:br>
              <a:rPr lang="sk-SK" dirty="0"/>
            </a:b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screen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pygame.display.set_mode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((SIRKA, VYSKA))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Titulok okna zadefinujeme pomocou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pygame.display.set_caption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("Titulok")</a:t>
            </a:r>
          </a:p>
          <a:p>
            <a:pPr marL="0" indent="0">
              <a:spcBef>
                <a:spcPts val="120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0916E66A-BCC7-CD34-6629-ED8AD7BB9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Pygame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704539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A6E077-7E1D-3C08-FB6B-13141FD61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1624F04-DED5-0940-DB24-391E9C2A1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015" y="1489118"/>
            <a:ext cx="11257569" cy="4903173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import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</a:t>
            </a: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SIRKA = 800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VYSKA = 600</a:t>
            </a:r>
          </a:p>
          <a:p>
            <a:pPr marL="0" indent="0"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pygame.init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screen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pygame.display.set_mode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((SIRKA, VYSKA))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pygame.display.set_caption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("Hra")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95F7E574-183B-1724-005B-A714154DD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 err="1"/>
              <a:t>Pygame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829714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A3543F-7EB0-2776-E718-8A879EB19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57F554B-0241-F81D-A0DF-0EB31990A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2239" y="1589703"/>
            <a:ext cx="10431561" cy="102548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sk-SK" dirty="0"/>
              <a:t>Farby sú reprezentované ako </a:t>
            </a:r>
            <a:r>
              <a:rPr lang="sk-SK" dirty="0" err="1"/>
              <a:t>tuple</a:t>
            </a:r>
            <a:r>
              <a:rPr lang="sk-SK" dirty="0"/>
              <a:t>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(R, G, B)</a:t>
            </a:r>
            <a:r>
              <a:rPr lang="sk-SK" dirty="0"/>
              <a:t> v intervaloch 0-255</a:t>
            </a:r>
            <a:endParaRPr lang="sk-SK" sz="2800" dirty="0"/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1E64CADF-C682-0256-AB1D-7C90308C4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Farby</a:t>
            </a:r>
          </a:p>
        </p:txBody>
      </p:sp>
      <p:sp>
        <p:nvSpPr>
          <p:cNvPr id="6" name="Nadpis 4">
            <a:extLst>
              <a:ext uri="{FF2B5EF4-FFF2-40B4-BE49-F238E27FC236}">
                <a16:creationId xmlns:a16="http://schemas.microsoft.com/office/drawing/2014/main" id="{B0C3CF00-0485-5482-645D-55C62877F2D6}"/>
              </a:ext>
            </a:extLst>
          </p:cNvPr>
          <p:cNvSpPr txBox="1">
            <a:spLocks/>
          </p:cNvSpPr>
          <p:nvPr/>
        </p:nvSpPr>
        <p:spPr>
          <a:xfrm>
            <a:off x="838200" y="225248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k-SK" dirty="0" err="1"/>
              <a:t>Rect</a:t>
            </a:r>
            <a:endParaRPr lang="sk-SK" dirty="0"/>
          </a:p>
        </p:txBody>
      </p:sp>
      <p:sp>
        <p:nvSpPr>
          <p:cNvPr id="7" name="Zástupný objekt pre obsah 2">
            <a:extLst>
              <a:ext uri="{FF2B5EF4-FFF2-40B4-BE49-F238E27FC236}">
                <a16:creationId xmlns:a16="http://schemas.microsoft.com/office/drawing/2014/main" id="{4894FF34-B7D6-B159-8C96-5A45144C8655}"/>
              </a:ext>
            </a:extLst>
          </p:cNvPr>
          <p:cNvSpPr txBox="1">
            <a:spLocks/>
          </p:cNvSpPr>
          <p:nvPr/>
        </p:nvSpPr>
        <p:spPr>
          <a:xfrm>
            <a:off x="880219" y="3578047"/>
            <a:ext cx="10431561" cy="291482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k-SK" dirty="0"/>
              <a:t>Trieda </a:t>
            </a:r>
            <a:r>
              <a:rPr lang="sk-SK" dirty="0" err="1"/>
              <a:t>Rect</a:t>
            </a:r>
            <a:r>
              <a:rPr lang="sk-SK" dirty="0"/>
              <a:t> - obdĺžnik,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pygame.Rect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(x, y,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width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height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sk-SK" dirty="0"/>
              <a:t>Trieda poskytuje rôzne atribúty ako napr. 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x</a:t>
            </a:r>
            <a:r>
              <a:rPr lang="sk-SK" dirty="0"/>
              <a:t>, 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y</a:t>
            </a:r>
            <a:r>
              <a:rPr lang="sk-SK" dirty="0"/>
              <a:t>,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width</a:t>
            </a:r>
            <a:r>
              <a:rPr lang="sk-SK" dirty="0"/>
              <a:t>,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height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</a:p>
          <a:p>
            <a:pPr marL="0" indent="0">
              <a:buNone/>
            </a:pPr>
            <a:r>
              <a:rPr lang="sk-SK" dirty="0"/>
              <a:t>Detekcia kolízie pomocou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rect.colliderect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other_rect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616004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5A19C3-DA18-4107-E8B7-6008A092D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6925C36-18D0-E048-8DF4-6BC3BFA9CB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2239" y="1589702"/>
            <a:ext cx="10431561" cy="474708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sk-SK" dirty="0"/>
              <a:t>Vykresľovanie tvarov: </a:t>
            </a:r>
          </a:p>
          <a:p>
            <a:pPr lvl="1"/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pygame.draw.rect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lvl="1"/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pygame.draw.ellipse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lvl="1"/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pygame.draw.line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k-SK" dirty="0"/>
              <a:t>Vykresľovanie textu v 3 krokoch: </a:t>
            </a:r>
          </a:p>
          <a:p>
            <a:pPr lvl="1"/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pygame.font.SysFont</a:t>
            </a:r>
            <a:r>
              <a:rPr lang="sk-SK" dirty="0"/>
              <a:t> – vytvorí font</a:t>
            </a:r>
          </a:p>
          <a:p>
            <a:pPr lvl="1"/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font.render</a:t>
            </a:r>
            <a:r>
              <a:rPr lang="sk-SK" dirty="0"/>
              <a:t> – </a:t>
            </a:r>
            <a:r>
              <a:rPr lang="sk-SK" dirty="0" err="1"/>
              <a:t>vyrenderuje</a:t>
            </a:r>
            <a:r>
              <a:rPr lang="sk-SK" dirty="0"/>
              <a:t> text do objektu</a:t>
            </a:r>
          </a:p>
          <a:p>
            <a:pPr lvl="1"/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screen.blit</a:t>
            </a:r>
            <a:r>
              <a:rPr lang="sk-SK" dirty="0"/>
              <a:t> - vykreslí do okna</a:t>
            </a:r>
          </a:p>
          <a:p>
            <a:pPr marL="0" indent="0">
              <a:buNone/>
            </a:pPr>
            <a:r>
              <a:rPr lang="sk-SK" dirty="0"/>
              <a:t>Vykresľovanie obrázku v 2-3 krokoch: </a:t>
            </a:r>
          </a:p>
          <a:p>
            <a:pPr lvl="1"/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pygame.image.load</a:t>
            </a:r>
            <a:r>
              <a:rPr lang="sk-SK" dirty="0"/>
              <a:t>, 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pygame.transform.scale</a:t>
            </a:r>
            <a:r>
              <a:rPr lang="sk-SK" dirty="0"/>
              <a:t>)</a:t>
            </a:r>
          </a:p>
          <a:p>
            <a:pPr lvl="1"/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screen.blit</a:t>
            </a:r>
            <a:r>
              <a:rPr lang="sk-SK" dirty="0"/>
              <a:t> - vykreslí do okna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E1C78ACF-5640-CB6A-B977-0343CBC22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Vykresľovanie</a:t>
            </a:r>
          </a:p>
        </p:txBody>
      </p:sp>
    </p:spTree>
    <p:extLst>
      <p:ext uri="{BB962C8B-B14F-4D97-AF65-F5344CB8AC3E}">
        <p14:creationId xmlns:p14="http://schemas.microsoft.com/office/powerpoint/2010/main" val="653865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9A1788-6126-F919-44D4-D492D48B8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57EEDCAF-67EB-F6FF-8D69-8852B1AAE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2239" y="1435608"/>
            <a:ext cx="10431561" cy="494690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sk-SK" dirty="0" err="1"/>
              <a:t>Jednorázové</a:t>
            </a:r>
            <a:r>
              <a:rPr lang="sk-SK" dirty="0"/>
              <a:t> udalosti (klik myšou, stlačenie klávesy):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pygame.event.get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</a:p>
          <a:p>
            <a:pPr marL="0" indent="0">
              <a:buNone/>
            </a:pPr>
            <a:r>
              <a:rPr lang="sk-SK" dirty="0"/>
              <a:t>Stav klávesnice -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pygame.key.get_pressed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for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event in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pygame.event.get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event.type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==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pygame.QUIT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pygame.quit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sys.exit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event.type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==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pygame.MOUSEBUTTONDOWN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event.button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== 1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: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    #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Left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click</a:t>
            </a: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event.type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==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pygame.KEYDOWN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event.key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==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pygame.K_ESCAPE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    # stlačenie ESC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778C3B43-9B20-EC60-94FF-7545CDD6E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Udalosti</a:t>
            </a:r>
          </a:p>
        </p:txBody>
      </p:sp>
    </p:spTree>
    <p:extLst>
      <p:ext uri="{BB962C8B-B14F-4D97-AF65-F5344CB8AC3E}">
        <p14:creationId xmlns:p14="http://schemas.microsoft.com/office/powerpoint/2010/main" val="902276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2BE763-6B73-176E-E179-6C8B2FC91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F77A12F0-1D29-954B-FC3A-59584A5094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2239" y="1435608"/>
            <a:ext cx="10431561" cy="494690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sk-SK" dirty="0"/>
              <a:t>Hra beží v nekonečnom cykle </a:t>
            </a:r>
          </a:p>
          <a:p>
            <a:pPr marL="0" indent="0">
              <a:buNone/>
            </a:pPr>
            <a:r>
              <a:rPr lang="sk-SK" dirty="0"/>
              <a:t>Jedna iterácia je jeden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tick</a:t>
            </a:r>
            <a:r>
              <a:rPr lang="sk-SK" dirty="0"/>
              <a:t> alebo </a:t>
            </a:r>
            <a:r>
              <a:rPr lang="sk-SK" dirty="0" err="1"/>
              <a:t>frame</a:t>
            </a:r>
            <a:r>
              <a:rPr lang="sk-SK" dirty="0"/>
              <a:t> - snímka </a:t>
            </a:r>
          </a:p>
          <a:p>
            <a:pPr marL="0" indent="0"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pygame.time.Clock</a:t>
            </a:r>
            <a:r>
              <a:rPr lang="sk-SK" dirty="0"/>
              <a:t> umožňuje spomaliť cyklus na požadované FPS </a:t>
            </a:r>
          </a:p>
          <a:p>
            <a:pPr marL="0" indent="0">
              <a:buNone/>
            </a:pPr>
            <a:r>
              <a:rPr lang="sk-SK" dirty="0"/>
              <a:t>Úloha hlavnej slučky je zachytiť a spracovať udalosti, aktualizovať stav sveta hry a potom vykresliť hru na obrazovku. </a:t>
            </a:r>
          </a:p>
          <a:p>
            <a:pPr marL="0" indent="0">
              <a:buNone/>
            </a:pPr>
            <a:r>
              <a:rPr lang="sk-SK" dirty="0"/>
              <a:t>Všetko ostatné je potrebné si pripraviť vopred. </a:t>
            </a:r>
          </a:p>
          <a:p>
            <a:pPr marL="0" indent="0">
              <a:buNone/>
            </a:pPr>
            <a:r>
              <a:rPr lang="sk-SK" dirty="0"/>
              <a:t>Je zbytočné vytvárať fonty a načítavať obrázky v každej iterácii slučky, v každom </a:t>
            </a:r>
            <a:r>
              <a:rPr lang="sk-SK" dirty="0" err="1"/>
              <a:t>frame</a:t>
            </a: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A4C34724-D63F-492F-C2CE-955AE4F27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Hlavná herná slučka</a:t>
            </a:r>
          </a:p>
        </p:txBody>
      </p:sp>
    </p:spTree>
    <p:extLst>
      <p:ext uri="{BB962C8B-B14F-4D97-AF65-F5344CB8AC3E}">
        <p14:creationId xmlns:p14="http://schemas.microsoft.com/office/powerpoint/2010/main" val="25663294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7611D6-1FB3-79DB-E4FF-645061354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D6B30BE2-C509-DE9A-E9A0-F3AE2E41D6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639" y="356616"/>
            <a:ext cx="10431561" cy="6153912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clock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pygame.time.Clock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while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True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i="1" dirty="0">
                <a:highlight>
                  <a:srgbClr val="FFFF00"/>
                </a:highlight>
                <a:latin typeface="Consolas" panose="020B0609020204030204" pitchFamily="49" charset="0"/>
              </a:rPr>
              <a:t># 1. Spracovanie udalosti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for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event in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pygame.event.get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event.type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==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pygame.QUIT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          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pygame.quit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          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sys.exit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...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i="1" dirty="0">
                <a:highlight>
                  <a:srgbClr val="FFFF00"/>
                </a:highlight>
                <a:latin typeface="Consolas" panose="020B0609020204030204" pitchFamily="49" charset="0"/>
              </a:rPr>
              <a:t># 2. Aktualizácia stavu hry, napr. pohyb objektov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update()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i="1" dirty="0">
                <a:highlight>
                  <a:srgbClr val="FFFF00"/>
                </a:highlight>
                <a:latin typeface="Consolas" panose="020B0609020204030204" pitchFamily="49" charset="0"/>
              </a:rPr>
              <a:t># 3. Vyčistiť obraz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screen.fill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((0, 0, 0))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i="1" dirty="0">
                <a:highlight>
                  <a:srgbClr val="FFFF00"/>
                </a:highlight>
                <a:latin typeface="Consolas" panose="020B0609020204030204" pitchFamily="49" charset="0"/>
              </a:rPr>
              <a:t># 4. Vykresliť tvary, text a obrázky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draw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i="1" dirty="0">
                <a:highlight>
                  <a:srgbClr val="FFFF00"/>
                </a:highlight>
                <a:latin typeface="Consolas" panose="020B0609020204030204" pitchFamily="49" charset="0"/>
              </a:rPr>
              <a:t># 5. Zobraziť na obrazovku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pygame.display.flip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i="1" dirty="0">
                <a:highlight>
                  <a:srgbClr val="FFFF00"/>
                </a:highlight>
                <a:latin typeface="Consolas" panose="020B0609020204030204" pitchFamily="49" charset="0"/>
              </a:rPr>
              <a:t># 6. Spomaliť na dané FPS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clock.tick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(60)</a:t>
            </a:r>
          </a:p>
        </p:txBody>
      </p:sp>
    </p:spTree>
    <p:extLst>
      <p:ext uri="{BB962C8B-B14F-4D97-AF65-F5344CB8AC3E}">
        <p14:creationId xmlns:p14="http://schemas.microsoft.com/office/powerpoint/2010/main" val="41728139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28589E-9A30-405C-1AE6-D74544921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8B13A24-55AD-2223-A93D-C16EF21D0E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2239" y="1690688"/>
            <a:ext cx="9840249" cy="490317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sk-SK" dirty="0"/>
              <a:t>Dnes si vytvoríme hru </a:t>
            </a:r>
            <a:r>
              <a:rPr lang="sk-SK" b="1" dirty="0" err="1"/>
              <a:t>Pong</a:t>
            </a:r>
            <a:r>
              <a:rPr lang="sk-SK" dirty="0"/>
              <a:t>. Základné vlastnosti:</a:t>
            </a:r>
          </a:p>
          <a:p>
            <a:r>
              <a:rPr lang="sk-SK" dirty="0"/>
              <a:t>hra pre dvoch hráčov</a:t>
            </a:r>
          </a:p>
          <a:p>
            <a:r>
              <a:rPr lang="sk-SK" dirty="0"/>
              <a:t>každý hráč ovláda dosku na kraji obrazovky, ľavom a pravom</a:t>
            </a:r>
          </a:p>
          <a:p>
            <a:r>
              <a:rPr lang="sk-SK" dirty="0"/>
              <a:t>hráč vie doskou pohybovať hore a dole</a:t>
            </a:r>
          </a:p>
          <a:p>
            <a:r>
              <a:rPr lang="sk-SK" dirty="0"/>
              <a:t>po obrazovke lieta lopta a odráža sa od hornej a dolnej steny a od dosiek</a:t>
            </a:r>
          </a:p>
          <a:p>
            <a:r>
              <a:rPr lang="sk-SK" dirty="0"/>
              <a:t>cieľom je dostať loptu za súperovu dosku, dať gól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C2780B4E-B486-2462-77DA-F8FBED9EF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>
                <a:solidFill>
                  <a:prstClr val="black"/>
                </a:solidFill>
              </a:rPr>
              <a:t>Hra </a:t>
            </a:r>
            <a:r>
              <a:rPr lang="sk-SK" dirty="0" err="1">
                <a:solidFill>
                  <a:prstClr val="black"/>
                </a:solidFill>
              </a:rPr>
              <a:t>Pong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872727474"/>
      </p:ext>
    </p:extLst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Motív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otív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otív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9210</TotalTime>
  <Words>630</Words>
  <Application>Microsoft Office PowerPoint</Application>
  <PresentationFormat>Širokouhlá</PresentationFormat>
  <Paragraphs>90</Paragraphs>
  <Slides>10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Consolas</vt:lpstr>
      <vt:lpstr>Motív Office</vt:lpstr>
      <vt:lpstr>Objektovo orientované programovanie - pokročilí</vt:lpstr>
      <vt:lpstr>OPGP  Pokročilí 13 </vt:lpstr>
      <vt:lpstr>Pygame</vt:lpstr>
      <vt:lpstr>Pygame</vt:lpstr>
      <vt:lpstr>Farby</vt:lpstr>
      <vt:lpstr>Vykresľovanie</vt:lpstr>
      <vt:lpstr>Udalosti</vt:lpstr>
      <vt:lpstr>Hlavná herná slučka</vt:lpstr>
      <vt:lpstr>Prezentácia programu PowerPoint</vt:lpstr>
      <vt:lpstr>Hra Pong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Lenka Wagnerová</dc:creator>
  <cp:lastModifiedBy>Wagner Jozef Ing., PhD.</cp:lastModifiedBy>
  <cp:revision>36</cp:revision>
  <dcterms:created xsi:type="dcterms:W3CDTF">2025-09-05T09:09:34Z</dcterms:created>
  <dcterms:modified xsi:type="dcterms:W3CDTF">2025-11-30T20:24:19Z</dcterms:modified>
</cp:coreProperties>
</file>
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96" r:id="rId1"/>
  </p:sldMasterIdLst>
  <p:sldIdLst>
    <p:sldId id="266" r:id="rId2"/>
    <p:sldId id="257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25. 10. 2026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1149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25. 10. 2026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9796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25. 10. 2026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5742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25. 10. 2026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9817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25. 10. 2026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8637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25. 10. 2026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54684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25. 10. 2026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9774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25. 10. 2026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4303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25. 10. 2026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19663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25. 10. 2026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93636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25. 10. 2026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05875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25. 10. 2026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7252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291839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  <a:br>
              <a:rPr lang="en-US" sz="4000" dirty="0"/>
            </a:br>
            <a:r>
              <a:rPr lang="en-US" sz="4000" dirty="0"/>
              <a:t>- </a:t>
            </a:r>
            <a:r>
              <a:rPr lang="en-US" sz="4000" i="1" dirty="0" err="1"/>
              <a:t>pokro</a:t>
            </a:r>
            <a:r>
              <a:rPr lang="sk-SK" sz="4000" i="1" dirty="0" err="1"/>
              <a:t>čilí</a:t>
            </a:r>
            <a:endParaRPr lang="sk-SK" sz="40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OPGP  Pokročilí 7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Git </a:t>
            </a:r>
            <a:r>
              <a:rPr lang="en-US" dirty="0" err="1"/>
              <a:t>repozitár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Working tree a index/staging area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Zápis</a:t>
            </a:r>
            <a:r>
              <a:rPr lang="en-US" dirty="0"/>
              <a:t> </a:t>
            </a:r>
            <a:r>
              <a:rPr lang="en-US" dirty="0" err="1"/>
              <a:t>zmien</a:t>
            </a:r>
            <a:r>
              <a:rPr lang="en-US" dirty="0"/>
              <a:t> do </a:t>
            </a:r>
            <a:r>
              <a:rPr lang="en-US" dirty="0" err="1"/>
              <a:t>repozitára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Vetvy</a:t>
            </a:r>
            <a:r>
              <a:rPr lang="en-US" dirty="0"/>
              <a:t> </a:t>
            </a:r>
            <a:r>
              <a:rPr lang="en-US" dirty="0" err="1"/>
              <a:t>zmien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B952C-DEB0-F05A-6099-A8BDC351D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A1B4840-2877-41AB-3F4C-3F6D130D5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870" y="1918886"/>
            <a:ext cx="10431561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/>
              <a:t>git je </a:t>
            </a:r>
            <a:r>
              <a:rPr lang="sk-SK" dirty="0" err="1"/>
              <a:t>open</a:t>
            </a:r>
            <a:r>
              <a:rPr lang="sk-SK" dirty="0"/>
              <a:t> </a:t>
            </a:r>
            <a:r>
              <a:rPr lang="sk-SK" dirty="0" err="1"/>
              <a:t>source</a:t>
            </a:r>
            <a:r>
              <a:rPr lang="sk-SK" dirty="0"/>
              <a:t> distribuovaný </a:t>
            </a:r>
            <a:r>
              <a:rPr lang="sk-SK" dirty="0" err="1"/>
              <a:t>verziovací</a:t>
            </a:r>
            <a:r>
              <a:rPr lang="sk-SK" dirty="0"/>
              <a:t> nástroj</a:t>
            </a:r>
            <a:endParaRPr lang="en-US" dirty="0"/>
          </a:p>
          <a:p>
            <a:pPr marL="0" indent="0">
              <a:spcBef>
                <a:spcPts val="1200"/>
              </a:spcBef>
              <a:buNone/>
            </a:pPr>
            <a:endParaRPr lang="en-US" dirty="0"/>
          </a:p>
          <a:p>
            <a:pPr marL="0" indent="0">
              <a:spcBef>
                <a:spcPts val="1200"/>
              </a:spcBef>
              <a:buNone/>
            </a:pPr>
            <a:r>
              <a:rPr lang="sk-SK" dirty="0"/>
              <a:t>V príkazovom riadku si nastavte vaše meno a e-mailovú adresu pomocou nasledovných príkazov</a:t>
            </a:r>
          </a:p>
          <a:p>
            <a:pPr marL="0" indent="0">
              <a:spcBef>
                <a:spcPts val="1200"/>
              </a:spcBef>
              <a:buNone/>
            </a:pPr>
            <a:endParaRPr lang="sk-SK" dirty="0"/>
          </a:p>
          <a:p>
            <a:pPr marL="0" indent="0">
              <a:spcBef>
                <a:spcPts val="1200"/>
              </a:spcBef>
              <a:buNone/>
            </a:pP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git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config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 --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global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 user.name Janko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Mrkvicka</a:t>
            </a:r>
            <a:endParaRPr lang="sk-SK" sz="28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git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config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 --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global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user.email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 janko.mrkvicka@gmail.com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0916E66A-BCC7-CD34-6629-ED8AD7BB9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704539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DFB3A4-260B-EE00-7D0B-E0103A69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73B412C-CF58-CB41-7337-6C0844222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871" y="1918886"/>
            <a:ext cx="7843810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Repozitár vytvoríme pomocou príkazu</a:t>
            </a:r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sk-SK" sz="28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git </a:t>
            </a:r>
            <a:r>
              <a:rPr lang="sk-SK" sz="28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init</a:t>
            </a:r>
            <a:endParaRPr lang="sk-SK" sz="2800" dirty="0">
              <a:solidFill>
                <a:srgbClr val="FF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Existujúci repozitár stiahneme pomocou príkazu</a:t>
            </a:r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sk-SK" sz="28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git clone &lt;</a:t>
            </a:r>
            <a:r>
              <a:rPr lang="sk-SK" sz="28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repo_url</a:t>
            </a:r>
            <a:r>
              <a:rPr lang="sk-SK" sz="28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FF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endParaRPr lang="en-US" dirty="0"/>
          </a:p>
          <a:p>
            <a:pPr>
              <a:spcBef>
                <a:spcPts val="1200"/>
              </a:spcBef>
            </a:pPr>
            <a:r>
              <a:rPr lang="sk-SK" i="1" dirty="0"/>
              <a:t>Úloha 7.1</a:t>
            </a:r>
          </a:p>
          <a:p>
            <a:pPr>
              <a:spcBef>
                <a:spcPts val="1200"/>
              </a:spcBef>
            </a:pPr>
            <a:r>
              <a:rPr lang="sk-SK" i="1" dirty="0"/>
              <a:t>Úloha 7.2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3E363BD6-F925-3E45-A66B-CF3CA8786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Vytvorenie git repozitára</a:t>
            </a:r>
          </a:p>
        </p:txBody>
      </p:sp>
    </p:spTree>
    <p:extLst>
      <p:ext uri="{BB962C8B-B14F-4D97-AF65-F5344CB8AC3E}">
        <p14:creationId xmlns:p14="http://schemas.microsoft.com/office/powerpoint/2010/main" val="375974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C82401-A7BF-65E9-88D0-99F283C5A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A4415EE-EDD6-6B51-4113-681C7D52F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870" y="1918886"/>
            <a:ext cx="10166385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</a:rPr>
              <a:t>Working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</a:rPr>
              <a:t>tree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- Aktuálne súbory na disku s ktorými pracujeme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Index/</a:t>
            </a:r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</a:rPr>
              <a:t>staging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- </a:t>
            </a:r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</a:rPr>
              <a:t>Sada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zmien, ktoré chceme zapísať do repozitára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git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- Do indexu pridáme zmeny pomocou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git status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- Stav repozitára zistíme príkazom</a:t>
            </a:r>
            <a:r>
              <a:rPr lang="sk-SK" dirty="0"/>
              <a:t> </a:t>
            </a:r>
          </a:p>
          <a:p>
            <a:pPr marL="0" indent="0">
              <a:spcBef>
                <a:spcPts val="1200"/>
              </a:spcBef>
              <a:buNone/>
            </a:pPr>
            <a:endParaRPr lang="en-US" dirty="0"/>
          </a:p>
          <a:p>
            <a:pPr>
              <a:spcBef>
                <a:spcPts val="1200"/>
              </a:spcBef>
            </a:pPr>
            <a:r>
              <a:rPr lang="sk-SK" i="1" dirty="0"/>
              <a:t>Úloha 7.3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95614BCF-8FF0-4C6B-FBB2-D369D0459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Working</a:t>
            </a:r>
            <a:r>
              <a:rPr lang="sk-SK" dirty="0"/>
              <a:t> </a:t>
            </a:r>
            <a:r>
              <a:rPr lang="sk-SK" dirty="0" err="1"/>
              <a:t>tree</a:t>
            </a:r>
            <a:r>
              <a:rPr lang="sk-SK" dirty="0"/>
              <a:t> a index</a:t>
            </a:r>
          </a:p>
        </p:txBody>
      </p:sp>
    </p:spTree>
    <p:extLst>
      <p:ext uri="{BB962C8B-B14F-4D97-AF65-F5344CB8AC3E}">
        <p14:creationId xmlns:p14="http://schemas.microsoft.com/office/powerpoint/2010/main" val="4269832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ECCA22-886F-6D83-CED1-EBDFC45D9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FACDA9F-A37E-D724-7779-FA922153A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870" y="1918886"/>
            <a:ext cx="10166385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</a:rPr>
              <a:t>Commit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je zápis súboru zmien v repozitári. Obsahuje: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Samotné zmeny v súboroch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Správa, čoho sa zmena týka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Dátum zápisu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Autora zápisu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Unikátny identifikátor zmeny (</a:t>
            </a:r>
            <a:r>
              <a:rPr lang="sk-SK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hash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)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Odkaz na predchádzajúci </a:t>
            </a:r>
            <a:r>
              <a:rPr lang="sk-SK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commit</a:t>
            </a:r>
            <a:endParaRPr lang="sk-SK" sz="2800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6CD94AFD-26B4-3F38-48D9-F6CCBC7CA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</a:rPr>
              <a:t>Commit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– zápis zmien</a:t>
            </a:r>
          </a:p>
        </p:txBody>
      </p:sp>
    </p:spTree>
    <p:extLst>
      <p:ext uri="{BB962C8B-B14F-4D97-AF65-F5344CB8AC3E}">
        <p14:creationId xmlns:p14="http://schemas.microsoft.com/office/powerpoint/2010/main" val="160614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A5A198-4D4A-18AA-1EF6-90A4BCC7D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658B481-9A42-E1FC-4E2A-BD3CF24D1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870" y="1918886"/>
            <a:ext cx="10166385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git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commit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-m "popis zmien"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- Zápis sady zmien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git log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- Zoznam posledných </a:t>
            </a:r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</a:rPr>
              <a:t>commitov</a:t>
            </a:r>
            <a:endParaRPr lang="sk-SK" dirty="0">
              <a:solidFill>
                <a:srgbClr val="FF0000"/>
              </a:solidFill>
              <a:highlight>
                <a:srgbClr val="00FFFF"/>
              </a:highlight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git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diff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- Prehľad zmien, ktoré nie sú ešte v indexe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gitk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- GUI nástroj</a:t>
            </a:r>
          </a:p>
          <a:p>
            <a:pPr>
              <a:spcBef>
                <a:spcPts val="1200"/>
              </a:spcBef>
            </a:pPr>
            <a:r>
              <a:rPr lang="sk-SK" i="1" dirty="0"/>
              <a:t>Úloha 7.4</a:t>
            </a:r>
          </a:p>
          <a:p>
            <a:pPr>
              <a:spcBef>
                <a:spcPts val="1200"/>
              </a:spcBef>
            </a:pPr>
            <a:r>
              <a:rPr lang="sk-SK" i="1" dirty="0"/>
              <a:t>Úloha 7.5</a:t>
            </a:r>
          </a:p>
          <a:p>
            <a:pPr>
              <a:spcBef>
                <a:spcPts val="1200"/>
              </a:spcBef>
            </a:pPr>
            <a:r>
              <a:rPr lang="sk-SK" i="1" dirty="0"/>
              <a:t>Úloha 7.6</a:t>
            </a:r>
          </a:p>
          <a:p>
            <a:pPr>
              <a:spcBef>
                <a:spcPts val="1200"/>
              </a:spcBef>
            </a:pPr>
            <a:r>
              <a:rPr lang="sk-SK" i="1" dirty="0"/>
              <a:t>Úloha 7.7</a:t>
            </a:r>
          </a:p>
          <a:p>
            <a:pPr>
              <a:spcBef>
                <a:spcPts val="1200"/>
              </a:spcBef>
            </a:pPr>
            <a:endParaRPr lang="sk-SK" dirty="0"/>
          </a:p>
          <a:p>
            <a:pPr marL="0" indent="0">
              <a:spcBef>
                <a:spcPts val="1200"/>
              </a:spcBef>
              <a:buNone/>
            </a:pPr>
            <a:endParaRPr lang="sk-SK" sz="2800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58B50792-7811-43E0-C0E4-EDF91FD8B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</a:rPr>
              <a:t>Commit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– zápis zmien</a:t>
            </a:r>
          </a:p>
        </p:txBody>
      </p:sp>
    </p:spTree>
    <p:extLst>
      <p:ext uri="{BB962C8B-B14F-4D97-AF65-F5344CB8AC3E}">
        <p14:creationId xmlns:p14="http://schemas.microsoft.com/office/powerpoint/2010/main" val="1786866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658452-C688-568B-B129-DE49A7BA2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44C8E409-E870-FA15-A5DF-1F8058B90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Vetvy zmien</a:t>
            </a:r>
          </a:p>
        </p:txBody>
      </p:sp>
      <p:pic>
        <p:nvPicPr>
          <p:cNvPr id="8" name="Zástupný objekt pre obsah 7" descr="Obrázok, na ktorom je temnota, rozmazanie, noc, svetlo&#10;&#10;Obsah vygenerovaný pomocou AI môže byť nesprávny.">
            <a:extLst>
              <a:ext uri="{FF2B5EF4-FFF2-40B4-BE49-F238E27FC236}">
                <a16:creationId xmlns:a16="http://schemas.microsoft.com/office/drawing/2014/main" id="{894BD873-0B7A-B142-B974-484028E9D4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86" y="1763299"/>
            <a:ext cx="9729026" cy="4605851"/>
          </a:xfrm>
        </p:spPr>
      </p:pic>
    </p:spTree>
    <p:extLst>
      <p:ext uri="{BB962C8B-B14F-4D97-AF65-F5344CB8AC3E}">
        <p14:creationId xmlns:p14="http://schemas.microsoft.com/office/powerpoint/2010/main" val="2860872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B114FE-166E-FCAE-95B8-388201F2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43E1378-65FD-7EBE-E845-9B1AF702D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870" y="1918886"/>
            <a:ext cx="10166385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git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checkout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-b &lt;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branch_name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- vytvorenie novej vetvy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git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checkout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&lt;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branch_name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- prepnutie to inej vetvy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git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merge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&lt;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branch_name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- zlúčenie inej vetvy do aktuálnej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git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branch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-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av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- Zoznam všetkých vetiev</a:t>
            </a:r>
          </a:p>
          <a:p>
            <a:pPr marL="0" indent="0">
              <a:spcBef>
                <a:spcPts val="1200"/>
              </a:spcBef>
              <a:buNone/>
            </a:pPr>
            <a:endParaRPr lang="sk-SK" dirty="0"/>
          </a:p>
          <a:p>
            <a:pPr>
              <a:spcBef>
                <a:spcPts val="1200"/>
              </a:spcBef>
            </a:pPr>
            <a:r>
              <a:rPr lang="sk-SK" i="1" dirty="0"/>
              <a:t>Úloha 7.8</a:t>
            </a:r>
          </a:p>
          <a:p>
            <a:pPr>
              <a:spcBef>
                <a:spcPts val="1200"/>
              </a:spcBef>
            </a:pPr>
            <a:r>
              <a:rPr lang="sk-SK" i="1" dirty="0"/>
              <a:t>Úloha 7.9</a:t>
            </a:r>
          </a:p>
          <a:p>
            <a:pPr>
              <a:spcBef>
                <a:spcPts val="1200"/>
              </a:spcBef>
            </a:pPr>
            <a:r>
              <a:rPr lang="sk-SK" i="1" dirty="0"/>
              <a:t>Úloha 7.10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67D2A7FA-F8D4-E8D5-AA6B-DDAD63A99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Vetvy zmien</a:t>
            </a:r>
          </a:p>
        </p:txBody>
      </p:sp>
    </p:spTree>
    <p:extLst>
      <p:ext uri="{BB962C8B-B14F-4D97-AF65-F5344CB8AC3E}">
        <p14:creationId xmlns:p14="http://schemas.microsoft.com/office/powerpoint/2010/main" val="1709005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42CD66-7F72-9065-0A25-78CDB348B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Zástupný objekt pre obsah 6" descr="Obrázok, na ktorom je text, snímka obrazovky, diagram, rovnobežný&#10;&#10;Obsah vygenerovaný pomocou AI môže byť nesprávny.">
            <a:extLst>
              <a:ext uri="{FF2B5EF4-FFF2-40B4-BE49-F238E27FC236}">
                <a16:creationId xmlns:a16="http://schemas.microsoft.com/office/drawing/2014/main" id="{B1B2FF25-10EF-F2A7-0875-E9468E153C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078" y="0"/>
            <a:ext cx="7319843" cy="6827647"/>
          </a:xfrm>
        </p:spPr>
      </p:pic>
      <p:sp>
        <p:nvSpPr>
          <p:cNvPr id="9" name="Nadpis 8">
            <a:extLst>
              <a:ext uri="{FF2B5EF4-FFF2-40B4-BE49-F238E27FC236}">
                <a16:creationId xmlns:a16="http://schemas.microsoft.com/office/drawing/2014/main" id="{4680C280-3894-CC75-B3A0-2A10CC7B6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47987773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441</TotalTime>
  <Words>297</Words>
  <Application>Microsoft Office PowerPoint</Application>
  <PresentationFormat>Širokouhlá</PresentationFormat>
  <Paragraphs>57</Paragraphs>
  <Slides>10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Consolas</vt:lpstr>
      <vt:lpstr>Motív Office</vt:lpstr>
      <vt:lpstr>Objektovo orientované programovanie - pokročilí</vt:lpstr>
      <vt:lpstr>OPGP  Pokročilí 7</vt:lpstr>
      <vt:lpstr>Git</vt:lpstr>
      <vt:lpstr>Vytvorenie git repozitára</vt:lpstr>
      <vt:lpstr>Working tree a index</vt:lpstr>
      <vt:lpstr>Commit – zápis zmien</vt:lpstr>
      <vt:lpstr>Commit – zápis zmien</vt:lpstr>
      <vt:lpstr>Vetvy zmien</vt:lpstr>
      <vt:lpstr>Vetvy zmien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22</cp:revision>
  <dcterms:created xsi:type="dcterms:W3CDTF">2025-09-05T09:09:34Z</dcterms:created>
  <dcterms:modified xsi:type="dcterms:W3CDTF">2026-10-25T07:21:48Z</dcterms:modified>
</cp:coreProperties>
</file>
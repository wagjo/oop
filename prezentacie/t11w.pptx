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58" r:id="rId4"/>
    <p:sldId id="286" r:id="rId5"/>
    <p:sldId id="287" r:id="rId6"/>
    <p:sldId id="288" r:id="rId7"/>
    <p:sldId id="291" r:id="rId8"/>
    <p:sldId id="289" r:id="rId9"/>
    <p:sldId id="290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29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</a:t>
            </a:r>
            <a:r>
              <a:rPr lang="en-US" sz="4000" dirty="0"/>
              <a:t>11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Dedi</a:t>
            </a:r>
            <a:r>
              <a:rPr lang="sk-SK" dirty="0"/>
              <a:t>čnosť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Prekrytie</a:t>
            </a:r>
            <a:r>
              <a:rPr lang="en-US" dirty="0"/>
              <a:t> </a:t>
            </a:r>
            <a:r>
              <a:rPr lang="en-US" dirty="0" err="1"/>
              <a:t>metód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Zabránenie</a:t>
            </a:r>
            <a:r>
              <a:rPr lang="en-US" dirty="0"/>
              <a:t> </a:t>
            </a:r>
            <a:r>
              <a:rPr lang="en-US" dirty="0" err="1"/>
              <a:t>dedenia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IS-A versus HAS-A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834EA18-2911-E0AA-A6B4-7AC44110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8185620" cy="4980078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Osoba {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meno;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Osoba(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meno) {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this.meno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meno;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getMeno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meno;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D65FF846-7FBB-828B-789C-538F2639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7849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42C44-59E7-C8F0-1590-CED16FCC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47628F-FCF0-D006-5EEC-0A3BE32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Dedi</a:t>
            </a:r>
            <a:r>
              <a:rPr lang="sk-SK" dirty="0"/>
              <a:t>čnosť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E8006-664C-5DF5-91F6-29AED5E4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8185620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Podradená trieda, </a:t>
            </a:r>
            <a:r>
              <a:rPr lang="sk-SK" b="1" dirty="0"/>
              <a:t>potomok</a:t>
            </a:r>
            <a:r>
              <a:rPr lang="sk-SK" dirty="0"/>
              <a:t>, prevezme vlastnosti a správanie nadradenej triedy - </a:t>
            </a:r>
            <a:r>
              <a:rPr lang="sk-SK" b="1" dirty="0"/>
              <a:t>rodiča</a:t>
            </a:r>
            <a:endParaRPr lang="sk-SK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i="1" dirty="0"/>
              <a:t>Anglicky – </a:t>
            </a:r>
            <a:r>
              <a:rPr lang="sk-SK" i="1" dirty="0" err="1"/>
              <a:t>subclass</a:t>
            </a:r>
            <a:r>
              <a:rPr lang="sk-SK" i="1" dirty="0"/>
              <a:t> a </a:t>
            </a:r>
            <a:r>
              <a:rPr lang="sk-SK" i="1" dirty="0" err="1"/>
              <a:t>superclass</a:t>
            </a:r>
            <a:endParaRPr lang="sk-SK" i="1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pt-BR" dirty="0"/>
              <a:t>Pri dedení používame kľúčové slovo </a:t>
            </a:r>
            <a:r>
              <a:rPr lang="pt-BR" dirty="0"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Trieda môže pomocou dedenia prevziať atribúty (premenné) a metódy z inej triedy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K týmto atribútom a metódam potom môže podradená trieda voľne pristupovať</a:t>
            </a:r>
          </a:p>
        </p:txBody>
      </p:sp>
    </p:spTree>
    <p:extLst>
      <p:ext uri="{BB962C8B-B14F-4D97-AF65-F5344CB8AC3E}">
        <p14:creationId xmlns:p14="http://schemas.microsoft.com/office/powerpoint/2010/main" val="3417867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500484-6CDE-A4F1-17ED-33B161D1A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9B3A4D-1AB0-0EEF-8373-C830C063B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Dedi</a:t>
            </a:r>
            <a:r>
              <a:rPr lang="sk-SK" dirty="0"/>
              <a:t>čnosť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096F214-3C7A-E266-2972-A238A78F2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8185620" cy="498007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8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Osoba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skola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3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meno,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skola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3800" b="1" dirty="0">
                <a:highlight>
                  <a:srgbClr val="FFFF00"/>
                </a:highlight>
                <a:latin typeface="Consolas" panose="020B0609020204030204" pitchFamily="49" charset="0"/>
              </a:rPr>
              <a:t>super(meno);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this.skola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skola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3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getSkola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skola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656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49A1F7-A29E-6D3B-82F2-5353F267E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8A524A-B857-4C5C-43C8-A89DB6C6C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Dedi</a:t>
            </a:r>
            <a:r>
              <a:rPr lang="sk-SK" dirty="0"/>
              <a:t>čnosť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739809-9E82-1A24-F638-B4B79B843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4" y="1594458"/>
            <a:ext cx="11155680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[]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args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s = new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("Fero", "SPŠE Prešov");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s.getMeno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s.getSkola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5495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D1FC1E-88ED-C2E9-40EF-DE6310F9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4178CC-34E9-B2C7-DDD1-D4346BD2F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UML </a:t>
            </a:r>
            <a:r>
              <a:rPr lang="sk-SK" dirty="0" err="1"/>
              <a:t>Class</a:t>
            </a:r>
            <a:r>
              <a:rPr lang="sk-SK" dirty="0"/>
              <a:t> diagram</a:t>
            </a:r>
          </a:p>
        </p:txBody>
      </p:sp>
      <p:sp>
        <p:nvSpPr>
          <p:cNvPr id="18" name="Zástupný objekt pre obsah 2">
            <a:extLst>
              <a:ext uri="{FF2B5EF4-FFF2-40B4-BE49-F238E27FC236}">
                <a16:creationId xmlns:a16="http://schemas.microsoft.com/office/drawing/2014/main" id="{0A88ECE4-2625-1D6D-9564-DE18C9E069DB}"/>
              </a:ext>
            </a:extLst>
          </p:cNvPr>
          <p:cNvSpPr txBox="1">
            <a:spLocks/>
          </p:cNvSpPr>
          <p:nvPr/>
        </p:nvSpPr>
        <p:spPr>
          <a:xfrm>
            <a:off x="1000125" y="1594458"/>
            <a:ext cx="10887075" cy="4980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sk-SK" dirty="0"/>
              <a:t>Dedičnosť sa znázorňuje uzatvorenou šípkou smerujúcou k rodičovi</a:t>
            </a:r>
          </a:p>
        </p:txBody>
      </p:sp>
      <p:pic>
        <p:nvPicPr>
          <p:cNvPr id="22" name="Zástupný objekt pre obsah 21" descr="Obrázok, na ktorom je text, písmo, snímka obrazovky, rad&#10;&#10;Obsah vygenerovaný pomocou AI môže byť nesprávny.">
            <a:extLst>
              <a:ext uri="{FF2B5EF4-FFF2-40B4-BE49-F238E27FC236}">
                <a16:creationId xmlns:a16="http://schemas.microsoft.com/office/drawing/2014/main" id="{9C4E7540-4CA8-65C4-9304-224A0EECB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949" y="2500931"/>
            <a:ext cx="7689151" cy="3585544"/>
          </a:xfrm>
        </p:spPr>
      </p:pic>
    </p:spTree>
    <p:extLst>
      <p:ext uri="{BB962C8B-B14F-4D97-AF65-F5344CB8AC3E}">
        <p14:creationId xmlns:p14="http://schemas.microsoft.com/office/powerpoint/2010/main" val="3094776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93972-1D4C-BEA7-9009-62CF8555C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CD8B12-14BA-431C-3F61-C5386C531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Dedi</a:t>
            </a:r>
            <a:r>
              <a:rPr lang="sk-SK" dirty="0"/>
              <a:t>čnosť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12A3528-63F3-2C4E-A167-98D096D3F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8350212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Vlastnosti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Vieme dediť iba z jednej triedy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Objekt podtriedy môžeme použiť všade tam, kde sa očakáva objekt nadradenej triedy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Atribúty a metódy s modifikátorom prístupu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dirty="0"/>
              <a:t> sa nededia</a:t>
            </a:r>
          </a:p>
        </p:txBody>
      </p:sp>
    </p:spTree>
    <p:extLst>
      <p:ext uri="{BB962C8B-B14F-4D97-AF65-F5344CB8AC3E}">
        <p14:creationId xmlns:p14="http://schemas.microsoft.com/office/powerpoint/2010/main" val="2656514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2BCDB-C4F2-F173-DD9F-DC84EADA9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AFAE98-470E-844E-9049-BD906E99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Dedi</a:t>
            </a:r>
            <a:r>
              <a:rPr lang="sk-SK" dirty="0"/>
              <a:t>čnosť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38E1D00-08D4-B413-7601-2D6B4ED4B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4" y="1594458"/>
            <a:ext cx="11155680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/>
              <a:t>Použitie podtriedy tam, kde sa očakáva nadradená trieda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vypisOsobu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Osoba osoba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osoba.getMeno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Osoba o = new Osoba("Alica");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s = new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("Bob", "SPŠE Prešov");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vypisOsobu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(o);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vypisOsobu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(s);</a:t>
            </a:r>
          </a:p>
        </p:txBody>
      </p:sp>
    </p:spTree>
    <p:extLst>
      <p:ext uri="{BB962C8B-B14F-4D97-AF65-F5344CB8AC3E}">
        <p14:creationId xmlns:p14="http://schemas.microsoft.com/office/powerpoint/2010/main" val="3960606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314C8E-9E02-F1C5-6077-6E24EDA4C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13CB91-6C52-524C-0FBA-C76FD1483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Dedi</a:t>
            </a:r>
            <a:r>
              <a:rPr lang="sk-SK" dirty="0"/>
              <a:t>čnosť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CE41930-A788-C617-7B47-0D6E4B7E7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8350212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Konštruktory pri dedení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Konštruktory sa nededia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Rodičovský konštruktor voláme pomocou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super()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Ak nezavoláme nadradený konštruktor, </a:t>
            </a:r>
            <a:r>
              <a:rPr lang="en-US" dirty="0"/>
              <a:t>Java </a:t>
            </a:r>
            <a:r>
              <a:rPr lang="en-US" dirty="0" err="1"/>
              <a:t>zavol</a:t>
            </a:r>
            <a:r>
              <a:rPr lang="sk-SK" dirty="0"/>
              <a:t>á </a:t>
            </a:r>
            <a:r>
              <a:rPr lang="sk-SK" dirty="0" err="1"/>
              <a:t>defaultný</a:t>
            </a:r>
            <a:r>
              <a:rPr lang="sk-SK" dirty="0"/>
              <a:t> konštruktor nadradenej triedy. Ak taký nie je, kompilátor skončí chybou</a:t>
            </a:r>
          </a:p>
        </p:txBody>
      </p:sp>
    </p:spTree>
    <p:extLst>
      <p:ext uri="{BB962C8B-B14F-4D97-AF65-F5344CB8AC3E}">
        <p14:creationId xmlns:p14="http://schemas.microsoft.com/office/powerpoint/2010/main" val="1398848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EABE4-3554-EF0A-52BC-5BFC68721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8B2170-DB97-24BB-2B61-9F25F9BE4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Dedi</a:t>
            </a:r>
            <a:r>
              <a:rPr lang="sk-SK" dirty="0"/>
              <a:t>čnosť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84D9DC8-CF91-C0E6-DE17-B4272788A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8350212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Rodičovská trieda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java.lang.Object</a:t>
            </a:r>
            <a:r>
              <a:rPr lang="sk-SK" dirty="0"/>
              <a:t> je vrcholom hierarchie tried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definuje metódy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toString</a:t>
            </a:r>
            <a:r>
              <a:rPr lang="sk-SK" dirty="0"/>
              <a:t> 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equals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Triedu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sk-SK" dirty="0"/>
              <a:t> môžeme použiť všade tam, kde akceptujeme objekt akejkoľvek triedy.</a:t>
            </a:r>
          </a:p>
        </p:txBody>
      </p:sp>
    </p:spTree>
    <p:extLst>
      <p:ext uri="{BB962C8B-B14F-4D97-AF65-F5344CB8AC3E}">
        <p14:creationId xmlns:p14="http://schemas.microsoft.com/office/powerpoint/2010/main" val="2786971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C6D9B-24B1-974C-3550-452F041FC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C893D5B-8E55-4073-F54D-9B27EB0B7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9768"/>
            <a:ext cx="10006584" cy="614476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analyzuj(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Object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 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o.getClass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toString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o.toString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o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 Osoba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(((Osoba)o).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getMeno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o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instanceof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(((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)o).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getSkola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analyzuj(osoba);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analyzuj(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analyzuj(67);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analyzuj("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</p:txBody>
      </p:sp>
    </p:spTree>
    <p:extLst>
      <p:ext uri="{BB962C8B-B14F-4D97-AF65-F5344CB8AC3E}">
        <p14:creationId xmlns:p14="http://schemas.microsoft.com/office/powerpoint/2010/main" val="3231926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CE2B9-6E9D-AA50-BD09-CFEFB0416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Zástupný objekt pre obsah 5" descr="Obrázok, na ktorom je snímka obrazovky, text&#10;&#10;Obsah vygenerovaný pomocou AI môže byť nesprávny.">
            <a:extLst>
              <a:ext uri="{FF2B5EF4-FFF2-40B4-BE49-F238E27FC236}">
                <a16:creationId xmlns:a16="http://schemas.microsoft.com/office/drawing/2014/main" id="{EA90DC0B-630A-6A63-FFBF-90761E81B0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93"/>
          <a:stretch>
            <a:fillRect/>
          </a:stretch>
        </p:blipFill>
        <p:spPr>
          <a:xfrm>
            <a:off x="880198" y="1798473"/>
            <a:ext cx="10255300" cy="4704895"/>
          </a:xfrm>
        </p:spPr>
      </p:pic>
      <p:sp>
        <p:nvSpPr>
          <p:cNvPr id="7" name="Zástupný objekt pre obsah 2">
            <a:extLst>
              <a:ext uri="{FF2B5EF4-FFF2-40B4-BE49-F238E27FC236}">
                <a16:creationId xmlns:a16="http://schemas.microsoft.com/office/drawing/2014/main" id="{50803162-1363-B271-3844-7390A836291A}"/>
              </a:ext>
            </a:extLst>
          </p:cNvPr>
          <p:cNvSpPr txBox="1">
            <a:spLocks/>
          </p:cNvSpPr>
          <p:nvPr/>
        </p:nvSpPr>
        <p:spPr>
          <a:xfrm>
            <a:off x="760989" y="512065"/>
            <a:ext cx="10493718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sk-SK" dirty="0"/>
              <a:t>Nový modifikátor prístupu –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protected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viditeľnosť z rovnakého balíka a aj z podtried </a:t>
            </a:r>
          </a:p>
        </p:txBody>
      </p:sp>
    </p:spTree>
    <p:extLst>
      <p:ext uri="{BB962C8B-B14F-4D97-AF65-F5344CB8AC3E}">
        <p14:creationId xmlns:p14="http://schemas.microsoft.com/office/powerpoint/2010/main" val="2744965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24EDD0-07E1-F94B-41D6-0AFF7F2A0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1AC6F7-3316-2706-7F18-CA7466578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Prekrytie metód - </a:t>
            </a:r>
            <a:r>
              <a:rPr lang="sk-SK" dirty="0" err="1"/>
              <a:t>overriding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BAF6796-3422-2B47-4BCC-CAEE4481A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7940" y="1690688"/>
            <a:ext cx="10105860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Potomok môže prepísať</a:t>
            </a:r>
            <a:r>
              <a:rPr lang="sk-SK" i="1" dirty="0"/>
              <a:t> (anglicky </a:t>
            </a:r>
            <a:r>
              <a:rPr lang="sk-SK" i="1" dirty="0" err="1"/>
              <a:t>override</a:t>
            </a:r>
            <a:r>
              <a:rPr lang="sk-SK" i="1" dirty="0"/>
              <a:t>) </a:t>
            </a:r>
            <a:r>
              <a:rPr lang="sk-SK" dirty="0"/>
              <a:t>metódu rodiča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Metóda musí mať rovnaký názov, parametre a návratový typ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Odporúča sa použiť anotáciu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@Override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Zavolanie pôvodnej prekrytú metódy pomocou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super.metoda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Statické metódy nie je možné prekryť</a:t>
            </a:r>
          </a:p>
        </p:txBody>
      </p:sp>
    </p:spTree>
    <p:extLst>
      <p:ext uri="{BB962C8B-B14F-4D97-AF65-F5344CB8AC3E}">
        <p14:creationId xmlns:p14="http://schemas.microsoft.com/office/powerpoint/2010/main" val="918103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999E3-AD44-F803-AC45-9C4E98572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88F333-64F5-E2CB-7879-FD45C362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Prekrytie metód - </a:t>
            </a:r>
            <a:r>
              <a:rPr lang="sk-SK" dirty="0" err="1"/>
              <a:t>overriding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1B8F2B6-3C52-A0CB-26A5-EE2675DA7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8185620" cy="4980078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Osoba {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meno;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Osoba(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meno) {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this.meno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meno;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predstavSa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("Som " + meno);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65683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08735-B0C6-6377-90EB-8D8DA5BBD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EEA90E-916D-A5A8-4148-BFEEEA327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693"/>
            <a:ext cx="10515600" cy="1325563"/>
          </a:xfrm>
        </p:spPr>
        <p:txBody>
          <a:bodyPr>
            <a:normAutofit/>
          </a:bodyPr>
          <a:lstStyle/>
          <a:p>
            <a:r>
              <a:rPr lang="sk-SK" dirty="0"/>
              <a:t>Prekrytie metód - </a:t>
            </a:r>
            <a:r>
              <a:rPr lang="sk-SK" dirty="0" err="1"/>
              <a:t>overriding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41C32DF-B18C-9877-3E5A-6FC7CB6B5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9993084" cy="5108094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Osoba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skola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3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meno,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skola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       super(meno);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this.skola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3800" dirty="0" err="1">
                <a:highlight>
                  <a:srgbClr val="FFFF00"/>
                </a:highlight>
                <a:latin typeface="Consolas" panose="020B0609020204030204" pitchFamily="49" charset="0"/>
              </a:rPr>
              <a:t>skola</a:t>
            </a: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sk-SK" sz="3800" b="1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3800" b="1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v-SE" sz="3800" b="1" dirty="0">
                <a:highlight>
                  <a:srgbClr val="FFFF00"/>
                </a:highlight>
                <a:latin typeface="Consolas" panose="020B0609020204030204" pitchFamily="49" charset="0"/>
              </a:rPr>
              <a:t>@Override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v-SE" sz="3800" b="1" dirty="0">
                <a:highlight>
                  <a:srgbClr val="FFFF00"/>
                </a:highlight>
                <a:latin typeface="Consolas" panose="020B0609020204030204" pitchFamily="49" charset="0"/>
              </a:rPr>
              <a:t>    void predstavSa()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v-SE" sz="3800" b="1" dirty="0">
                <a:highlight>
                  <a:srgbClr val="FFFF00"/>
                </a:highlight>
                <a:latin typeface="Consolas" panose="020B0609020204030204" pitchFamily="49" charset="0"/>
              </a:rPr>
              <a:t>        System.out.println("Študujem na " + skola);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v-SE" sz="3800" b="1" dirty="0">
                <a:highlight>
                  <a:srgbClr val="FFFF00"/>
                </a:highlight>
                <a:latin typeface="Consolas" panose="020B0609020204030204" pitchFamily="49" charset="0"/>
              </a:rPr>
              <a:t>        super.predstavSa();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v-SE" sz="3800" b="1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  <a:endParaRPr lang="sk-SK" sz="3800" b="1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sz="38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64258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7AB97E-4F5A-ABAF-A984-19B468E6A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C3C6B7-0DD0-150D-771F-30499C86D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Zabránenie dedenia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2C333BE-8098-C506-2868-E5187F26D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7940" y="1690688"/>
            <a:ext cx="10105860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Pomocou kľúčového slova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dirty="0"/>
              <a:t> môžeme zablokovať možnosť dediť triedu alebo prekryť metódu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final class Auto {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String model;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  String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vyrobca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1B08F259-D96B-7E77-346D-FBC3B1B7035F}"/>
              </a:ext>
            </a:extLst>
          </p:cNvPr>
          <p:cNvSpPr txBox="1"/>
          <p:nvPr/>
        </p:nvSpPr>
        <p:spPr>
          <a:xfrm>
            <a:off x="6178296" y="2697480"/>
            <a:ext cx="59283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Osoba {</a:t>
            </a:r>
          </a:p>
          <a:p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meno;</a:t>
            </a:r>
          </a:p>
          <a:p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getMeno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meno;</a:t>
            </a:r>
          </a:p>
          <a:p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5965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2BC96C-A59B-1747-EE36-51A2F0882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7E3E9A-DC69-0076-D3EF-762AF9B6E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IS-A verzus HAS-A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5893FCB-149B-C475-6A40-E13519EDA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7940" y="1690688"/>
            <a:ext cx="10105860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b="1" dirty="0"/>
              <a:t>IS-A (je) </a:t>
            </a:r>
            <a:r>
              <a:rPr lang="sk-SK" dirty="0"/>
              <a:t>znamená, že trieda je špeciálnym prípadom inej triedy. Vtedy použijeme dedičnosť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b="1" dirty="0"/>
              <a:t>HAS-A (má) </a:t>
            </a:r>
            <a:r>
              <a:rPr lang="sk-SK" dirty="0"/>
              <a:t>znamená, že trieda obsahuje inú triedu ako atribút. Vzniká kompozíciou alebo agregáciou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Kompozícia používa atribúty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Auto </a:t>
            </a:r>
            <a:r>
              <a:rPr lang="sk-SK" b="1" dirty="0"/>
              <a:t>je</a:t>
            </a:r>
            <a:r>
              <a:rPr lang="sk-SK" dirty="0"/>
              <a:t> Vozidlo, ale Auto </a:t>
            </a:r>
            <a:r>
              <a:rPr lang="sk-SK" b="1" dirty="0"/>
              <a:t>má</a:t>
            </a:r>
            <a:r>
              <a:rPr lang="sk-SK" dirty="0"/>
              <a:t> Motor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Radšej zvoliť kompozíciu a rozhrania ako dedičnosť</a:t>
            </a:r>
          </a:p>
        </p:txBody>
      </p:sp>
    </p:spTree>
    <p:extLst>
      <p:ext uri="{BB962C8B-B14F-4D97-AF65-F5344CB8AC3E}">
        <p14:creationId xmlns:p14="http://schemas.microsoft.com/office/powerpoint/2010/main" val="1248841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303F4-0AD9-004D-B714-945CBF008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17F5B9-6D7A-5247-E44A-F8594BCFC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IS-A verzus HAS-A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EFFE3BB-9898-3029-072B-7FC75A773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1690688"/>
            <a:ext cx="10786872" cy="498007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Adresa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mesto;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Osoba {    //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IS-A Osoba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Adresa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adresa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;               //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HAS-A Adresa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meno,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mesto)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this.meno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meno;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this.adresa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new Adresa();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this.adresa.mesto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mesto;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4624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4B8DE1-7DE4-C679-F714-DED2D873E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114170-7362-ECFA-F065-55DDFF393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UML </a:t>
            </a:r>
            <a:r>
              <a:rPr lang="sk-SK" dirty="0" err="1"/>
              <a:t>Class</a:t>
            </a:r>
            <a:r>
              <a:rPr lang="sk-SK" dirty="0"/>
              <a:t> diagram</a:t>
            </a:r>
          </a:p>
        </p:txBody>
      </p:sp>
      <p:sp>
        <p:nvSpPr>
          <p:cNvPr id="18" name="Zástupný objekt pre obsah 2">
            <a:extLst>
              <a:ext uri="{FF2B5EF4-FFF2-40B4-BE49-F238E27FC236}">
                <a16:creationId xmlns:a16="http://schemas.microsoft.com/office/drawing/2014/main" id="{3655763B-E6B0-ED20-C660-CF82B2F68A3D}"/>
              </a:ext>
            </a:extLst>
          </p:cNvPr>
          <p:cNvSpPr txBox="1">
            <a:spLocks/>
          </p:cNvSpPr>
          <p:nvPr/>
        </p:nvSpPr>
        <p:spPr>
          <a:xfrm>
            <a:off x="1000125" y="1594458"/>
            <a:ext cx="10887075" cy="4980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sk-SK" dirty="0"/>
              <a:t>Kompozícia sa znázorňuje plným diamantom</a:t>
            </a:r>
          </a:p>
        </p:txBody>
      </p:sp>
      <p:pic>
        <p:nvPicPr>
          <p:cNvPr id="6" name="Zástupný objekt pre obsah 5" descr="Obrázok, na ktorom je text, písmo, snímka obrazovky, číslo&#10;&#10;Obsah vygenerovaný pomocou AI môže byť nesprávny.">
            <a:extLst>
              <a:ext uri="{FF2B5EF4-FFF2-40B4-BE49-F238E27FC236}">
                <a16:creationId xmlns:a16="http://schemas.microsoft.com/office/drawing/2014/main" id="{C67493BD-FC35-C136-0981-6EA19CFAA7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827" y="2381790"/>
            <a:ext cx="7049112" cy="4111085"/>
          </a:xfrm>
        </p:spPr>
      </p:pic>
    </p:spTree>
    <p:extLst>
      <p:ext uri="{BB962C8B-B14F-4D97-AF65-F5344CB8AC3E}">
        <p14:creationId xmlns:p14="http://schemas.microsoft.com/office/powerpoint/2010/main" val="2372864274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931</TotalTime>
  <Words>832</Words>
  <Application>Microsoft Office PowerPoint</Application>
  <PresentationFormat>Širokouhlá</PresentationFormat>
  <Paragraphs>163</Paragraphs>
  <Slides>20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11</vt:lpstr>
      <vt:lpstr>Prezentácia programu PowerPoint</vt:lpstr>
      <vt:lpstr>Dedičnosť</vt:lpstr>
      <vt:lpstr>Dedičnosť</vt:lpstr>
      <vt:lpstr>Dedičnosť</vt:lpstr>
      <vt:lpstr>UML Class diagram</vt:lpstr>
      <vt:lpstr>Dedičnosť</vt:lpstr>
      <vt:lpstr>Dedičnosť</vt:lpstr>
      <vt:lpstr>Dedičnosť</vt:lpstr>
      <vt:lpstr>Dedičnosť</vt:lpstr>
      <vt:lpstr>Prezentácia programu PowerPoint</vt:lpstr>
      <vt:lpstr>Prezentácia programu PowerPoint</vt:lpstr>
      <vt:lpstr>Prekrytie metód - overriding</vt:lpstr>
      <vt:lpstr>Prekrytie metód - overriding</vt:lpstr>
      <vt:lpstr>Prekrytie metód - overriding</vt:lpstr>
      <vt:lpstr>Zabránenie dedenia</vt:lpstr>
      <vt:lpstr>IS-A verzus HAS-A</vt:lpstr>
      <vt:lpstr>IS-A verzus HAS-A</vt:lpstr>
      <vt:lpstr>UML Class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41</cp:revision>
  <dcterms:created xsi:type="dcterms:W3CDTF">2025-09-05T09:09:34Z</dcterms:created>
  <dcterms:modified xsi:type="dcterms:W3CDTF">2025-12-01T18:20:27Z</dcterms:modified>
</cp:coreProperties>
</file>
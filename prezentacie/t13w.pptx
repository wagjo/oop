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3" r:id="rId5"/>
    <p:sldId id="287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19. 11. 2025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</a:t>
            </a:r>
            <a:r>
              <a:rPr lang="sk-SK" sz="4000" dirty="0"/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45896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Abstrakcia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Abstraktné triedy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Rozhrania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Abstrakcia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94458"/>
            <a:ext cx="896112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Abstrakcia je proces, pri ktorom skryjeme </a:t>
            </a:r>
            <a:br>
              <a:rPr lang="sk-SK" dirty="0"/>
            </a:br>
            <a:r>
              <a:rPr lang="sk-SK" dirty="0"/>
              <a:t>nepodstatné detaily a ponecháme iba dôležité veci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Cieľom je aby sa zverejnilo iba to, </a:t>
            </a:r>
            <a:br>
              <a:rPr lang="sk-SK" dirty="0"/>
            </a:br>
            <a:r>
              <a:rPr lang="sk-SK" b="1" dirty="0"/>
              <a:t>"čo" </a:t>
            </a:r>
            <a:r>
              <a:rPr lang="sk-SK" dirty="0"/>
              <a:t>robí objekt, nie </a:t>
            </a:r>
            <a:r>
              <a:rPr lang="sk-SK" b="1" dirty="0"/>
              <a:t>"ako" </a:t>
            </a:r>
            <a:r>
              <a:rPr lang="sk-SK" dirty="0"/>
              <a:t>to robí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To zjednodušuje kód, zvyšuje čitateľnosť a modularitu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Ciele abstrakcie: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Používateľ triedy by mal vidieť, čo trieda robí </a:t>
            </a:r>
            <a:br>
              <a:rPr lang="sk-SK" dirty="0"/>
            </a:br>
            <a:r>
              <a:rPr lang="sk-SK" i="1" dirty="0"/>
              <a:t>(API, verejné metódy)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Implementácia triedy </a:t>
            </a:r>
            <a:r>
              <a:rPr lang="sk-SK" i="1" dirty="0"/>
              <a:t>(ako to robí) </a:t>
            </a:r>
            <a:r>
              <a:rPr lang="sk-SK" dirty="0"/>
              <a:t>má byť skrytá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E7315-CEE1-0943-15B0-737F96EE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783EC6-6E4D-8BCB-CD4F-2B40524F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Abstraktná trieda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9FD30-4AE9-48ED-37AE-008C68ED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6702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Špeciálny typ triedy, ktorá obsahuje abstraktné metódy.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Abstraktné metódy sú bez implementácie - bez tela metódy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Definujú sa s kľúčovým slovom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Abstraktná trieda je taká napoly dokončená trieda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Abstraktná trieda môže mať atribúty, konštruktor, aj obyčajné metódy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1309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00484-6CDE-A4F1-17ED-33B161D1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B3A4D-1AB0-0EEF-8373-C830C063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Abstraktná trieda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96F214-3C7A-E266-2972-A238A78F2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04" y="1046453"/>
            <a:ext cx="586304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Zviera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protected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Zviera(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// metóda nemá telo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zvuk();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983342FE-9AF3-312B-7A5D-0B276581ED62}"/>
              </a:ext>
            </a:extLst>
          </p:cNvPr>
          <p:cNvSpPr txBox="1">
            <a:spLocks/>
          </p:cNvSpPr>
          <p:nvPr/>
        </p:nvSpPr>
        <p:spPr>
          <a:xfrm>
            <a:off x="6574538" y="1253364"/>
            <a:ext cx="5468110" cy="4773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b="1" dirty="0"/>
              <a:t>Nevieme priamo vytvoriť objekty abstraktnej triedy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Zviera z = </a:t>
            </a:r>
            <a:r>
              <a:rPr lang="sk-SK" sz="2400" strike="sngStrike" dirty="0">
                <a:highlight>
                  <a:srgbClr val="FFFF00"/>
                </a:highlight>
                <a:latin typeface="Consolas" panose="020B0609020204030204" pitchFamily="49" charset="0"/>
              </a:rPr>
              <a:t>new Zviera("Pes");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dirty="0"/>
              <a:t>Úlohou abstraktnej triedy je, </a:t>
            </a:r>
            <a:br>
              <a:rPr lang="sk-SK" dirty="0"/>
            </a:br>
            <a:r>
              <a:rPr lang="sk-SK" dirty="0"/>
              <a:t>aby ju dedili iné triedy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3634EAB8-3D5E-A034-E505-0AC931125545}"/>
              </a:ext>
            </a:extLst>
          </p:cNvPr>
          <p:cNvCxnSpPr/>
          <p:nvPr/>
        </p:nvCxnSpPr>
        <p:spPr>
          <a:xfrm>
            <a:off x="6409944" y="1046453"/>
            <a:ext cx="0" cy="5326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56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E0DD4-FD6C-7C2B-3498-68F5374E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50DAF0-9358-DC3C-DC57-06A65F13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240553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Abstraktná trieda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CEF557-09F7-6BAE-EAD4-73DFD96F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834" y="1037309"/>
            <a:ext cx="586304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Pes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Zviera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Pes(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super(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donesPapuce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zvuk()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AD185EAE-3E1D-0D03-DA52-2B435FB20EF3}"/>
              </a:ext>
            </a:extLst>
          </p:cNvPr>
          <p:cNvCxnSpPr/>
          <p:nvPr/>
        </p:nvCxnSpPr>
        <p:spPr>
          <a:xfrm>
            <a:off x="5757672" y="1037309"/>
            <a:ext cx="0" cy="5326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1D48B8A4-2602-ECA5-7DF8-F49FC92C7D15}"/>
              </a:ext>
            </a:extLst>
          </p:cNvPr>
          <p:cNvSpPr txBox="1">
            <a:spLocks/>
          </p:cNvSpPr>
          <p:nvPr/>
        </p:nvSpPr>
        <p:spPr>
          <a:xfrm>
            <a:off x="5880899" y="521941"/>
            <a:ext cx="6131267" cy="60108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Macka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Zviera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pazury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Macka(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super(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vysunPazury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pazury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zvuk()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("Mňau");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528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62320-A407-F577-F80F-B07C0BCC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06CB07-F377-10F2-A55E-8E7C98941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433805"/>
            <a:ext cx="11521440" cy="498007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Zverinec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Zviera[]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Zverinec(Zviera[]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hluk()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Zviera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zviera.zvuk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Zviera[]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{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Pes("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Dunco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"), new Macka("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Elza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Zverinec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zverinec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Zverinec(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955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CFB37-E688-D849-D54A-C05EF43F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1E54B6-E615-8DD7-DA2E-FECDFD3C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812" y="348574"/>
            <a:ext cx="10515600" cy="796163"/>
          </a:xfrm>
        </p:spPr>
        <p:txBody>
          <a:bodyPr>
            <a:normAutofit/>
          </a:bodyPr>
          <a:lstStyle/>
          <a:p>
            <a:r>
              <a:rPr lang="sk-SK" dirty="0"/>
              <a:t>Abstraktná trieda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8EFBAB-CC20-84F0-98C0-6DD1D7A0B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95677"/>
            <a:ext cx="542239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V UML diagrame má značku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&gt;&gt;</a:t>
            </a:r>
            <a:r>
              <a:rPr lang="sk-SK" dirty="0"/>
              <a:t>, a abstraktné metódy sú uvedené šikmým písmom (</a:t>
            </a:r>
            <a:r>
              <a:rPr lang="sk-SK" dirty="0" err="1"/>
              <a:t>italic</a:t>
            </a:r>
            <a:r>
              <a:rPr lang="sk-SK" dirty="0"/>
              <a:t>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Abstraktné triedy používajú dedenie, teda IS-A </a:t>
            </a:r>
            <a:r>
              <a:rPr lang="sk-SK" b="1" dirty="0"/>
              <a:t>"je" </a:t>
            </a:r>
            <a:r>
              <a:rPr lang="sk-SK" dirty="0"/>
              <a:t>vzťah.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Pes je Zviera, Auto je Vozidlo</a:t>
            </a:r>
            <a:br>
              <a:rPr lang="sk-SK" dirty="0"/>
            </a:br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D785CE3-BFCB-8E21-38ED-6108434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668" y="348574"/>
            <a:ext cx="4972744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FF621-F898-FEF3-8067-4309CC17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8C5448-E17A-710E-C8C0-238DAA98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Rozhranie - Interface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53815FD-C032-F7C2-29DD-C52B51C4F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94458"/>
            <a:ext cx="896112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Sústredí sa vyslovene na správanie, teda na schopnosti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Špeciálna trieda, ktorá </a:t>
            </a:r>
            <a:r>
              <a:rPr lang="sk-SK" b="1" dirty="0"/>
              <a:t>nemá atribúty ani konštruktory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Rozhranie je </a:t>
            </a:r>
            <a:r>
              <a:rPr lang="sk-SK" b="1" dirty="0"/>
              <a:t>čistý dizajn, bez stavu a bez konkrétnej implementácie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Rozhranie definujeme s kľúčovým slovom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8801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03213-C0DE-892D-6B1D-3ACD81CD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13AAB3-F565-3D1C-B5C9-61544549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Rozhranie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9D94A11-6C1B-FD29-8939-E69A92C2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49" y="1046453"/>
            <a:ext cx="5405844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Lietaj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vzlietni();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Potapaj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ponorSa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interface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NadmorskaVyska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getNadmorskaVyska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9F6A73A7-D682-E9B5-AF70-C54647879EE0}"/>
              </a:ext>
            </a:extLst>
          </p:cNvPr>
          <p:cNvSpPr txBox="1">
            <a:spLocks/>
          </p:cNvSpPr>
          <p:nvPr/>
        </p:nvSpPr>
        <p:spPr>
          <a:xfrm>
            <a:off x="5727192" y="365760"/>
            <a:ext cx="6324591" cy="62516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b="1" dirty="0"/>
              <a:t>Podtrieda môže implementovať viacero rozhraní!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Lietadlo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Lietaj,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NadmorskaVyska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vzlietni()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getNadmorskaVyska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2DCFAA2B-EFFD-F814-9DBA-88FBF9E13341}"/>
              </a:ext>
            </a:extLst>
          </p:cNvPr>
          <p:cNvCxnSpPr>
            <a:cxnSpLocks/>
          </p:cNvCxnSpPr>
          <p:nvPr/>
        </p:nvCxnSpPr>
        <p:spPr>
          <a:xfrm>
            <a:off x="5678424" y="365760"/>
            <a:ext cx="0" cy="6007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22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E6B97-EC5D-471A-B6D5-4669ED7F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A0C126-805C-FFBC-0570-7A40C12C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Rozhranie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49CACAD-D785-9779-C8D0-41353DC24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48" y="1046453"/>
            <a:ext cx="6957275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Kacka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Lietaj,</a:t>
            </a:r>
            <a:b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Potapaj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NadmorskaVyska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vzlietni()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ponorSa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@Override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getNadmorskaVyska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1E468FEC-766D-C90A-61ED-FCA988D9C02D}"/>
              </a:ext>
            </a:extLst>
          </p:cNvPr>
          <p:cNvSpPr txBox="1">
            <a:spLocks/>
          </p:cNvSpPr>
          <p:nvPr/>
        </p:nvSpPr>
        <p:spPr>
          <a:xfrm>
            <a:off x="6446522" y="1046453"/>
            <a:ext cx="5568686" cy="5386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Mesto </a:t>
            </a:r>
            <a:r>
              <a:rPr lang="sk-SK" sz="20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implements</a:t>
            </a:r>
            <a:r>
              <a:rPr lang="sk-SK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0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NadmorskaVyska</a:t>
            </a: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getNadmorskaVyska</a:t>
            </a: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    // 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sk-SK" dirty="0"/>
              <a:t>Rozhranie sa sústredí na schopnosti triedy, </a:t>
            </a:r>
            <a:br>
              <a:rPr lang="sk-SK" dirty="0"/>
            </a:br>
            <a:r>
              <a:rPr lang="sk-SK" dirty="0"/>
              <a:t>teda ide o CAN-DO </a:t>
            </a:r>
            <a:r>
              <a:rPr lang="sk-SK" b="1" dirty="0"/>
              <a:t>"vie" </a:t>
            </a:r>
            <a:r>
              <a:rPr lang="sk-SK" dirty="0"/>
              <a:t>vzťah.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sk-SK" dirty="0"/>
              <a:t>Lietadlo vie Lietať,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/>
              <a:t>Súbor vieme Zatvoriť</a:t>
            </a:r>
            <a:endParaRPr lang="sk-SK" sz="20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B234BAB2-0A7B-65C5-39BE-F639DD18E846}"/>
              </a:ext>
            </a:extLst>
          </p:cNvPr>
          <p:cNvCxnSpPr>
            <a:cxnSpLocks/>
          </p:cNvCxnSpPr>
          <p:nvPr/>
        </p:nvCxnSpPr>
        <p:spPr>
          <a:xfrm>
            <a:off x="6355080" y="1124712"/>
            <a:ext cx="0" cy="5308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80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00EC0-9255-97EC-6512-030C8D58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E7E8C9-7A9C-C79C-BA24-C46BD2E7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812" y="348574"/>
            <a:ext cx="10515600" cy="796163"/>
          </a:xfrm>
        </p:spPr>
        <p:txBody>
          <a:bodyPr>
            <a:normAutofit/>
          </a:bodyPr>
          <a:lstStyle/>
          <a:p>
            <a:r>
              <a:rPr lang="sk-SK" dirty="0"/>
              <a:t>Rozhranie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41A36C-03E8-6923-D7AA-5E289C1D8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95677"/>
            <a:ext cx="4553712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Rozhrania v UML </a:t>
            </a:r>
            <a:r>
              <a:rPr lang="sk-SK" dirty="0" err="1"/>
              <a:t>Class</a:t>
            </a:r>
            <a:r>
              <a:rPr lang="sk-SK" dirty="0"/>
              <a:t> diagrame majú pred menom značku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&lt;&lt;interface&gt;&gt;</a:t>
            </a:r>
            <a:r>
              <a:rPr lang="sk-SK" dirty="0"/>
              <a:t>, a abstraktné metódy sú uvedené šikmým písmom (</a:t>
            </a:r>
            <a:r>
              <a:rPr lang="sk-SK" dirty="0" err="1"/>
              <a:t>italic</a:t>
            </a:r>
            <a:r>
              <a:rPr lang="sk-SK" dirty="0"/>
              <a:t>).</a:t>
            </a:r>
          </a:p>
          <a:p>
            <a:pPr marL="0" indent="0">
              <a:buNone/>
            </a:pPr>
            <a:r>
              <a:rPr lang="sk-SK" dirty="0"/>
              <a:t>Od triedy, ktorá implementuje rozhranie, vedie prerušovaná uzatvorená šípka k danému rozhraniu.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3EDF8F96-994F-85B9-DD75-18DFB5F9A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144737"/>
            <a:ext cx="7162800" cy="523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FA226-BFC0-2842-15F2-4CCF9B4D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619216-F70B-73D2-7873-39814842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Rozhrania v Java API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0DB3C8-4E6F-EC73-AF60-7E60A7AA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9993084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Rozhrania sa vo veľkom používajú aj v knižniciach Javy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List</a:t>
            </a:r>
            <a:r>
              <a:rPr lang="sk-SK" sz="2800" dirty="0"/>
              <a:t>,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Map</a:t>
            </a:r>
            <a:r>
              <a:rPr lang="sk-SK" sz="2800" dirty="0"/>
              <a:t> - kolekcie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Iterable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Iterator</a:t>
            </a:r>
            <a:r>
              <a:rPr lang="sk-SK" sz="2800" dirty="0"/>
              <a:t> - iterácia prvkov v cykle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Comparable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sk-SK" sz="2800" dirty="0"/>
              <a:t> - zoradenie hodnôt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AutoCloseable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Cloneable</a:t>
            </a:r>
            <a:r>
              <a:rPr lang="sk-SK" sz="2800" dirty="0"/>
              <a:t> - zatvorenie a kopírovanie</a:t>
            </a:r>
            <a:br>
              <a:rPr lang="sk-SK" sz="2800" dirty="0"/>
            </a:b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66969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EE690-3C98-EF11-9A89-CE76C48B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4FD42-4A49-B809-68E1-1020CC10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Abstraktná trieda </a:t>
            </a:r>
            <a:r>
              <a:rPr lang="sk-SK" dirty="0" err="1"/>
              <a:t>Vs</a:t>
            </a:r>
            <a:r>
              <a:rPr lang="sk-SK" dirty="0"/>
              <a:t> Rozhranie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8B132E4-4668-49B1-608A-9BA58C4DE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9420060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Rozhranie je jednoduchšie, flexibilnejšie a menej obmedzujúce</a:t>
            </a:r>
          </a:p>
          <a:p>
            <a:pPr marL="0" indent="0">
              <a:buNone/>
            </a:pPr>
            <a:r>
              <a:rPr lang="sk-SK" dirty="0"/>
              <a:t>Cieľom je zložitosť umenšovať a skrývať do implementácie, nie ju pridávať</a:t>
            </a:r>
          </a:p>
          <a:p>
            <a:pPr marL="0" indent="0">
              <a:buNone/>
            </a:pPr>
            <a:r>
              <a:rPr lang="sk-SK" b="1" dirty="0"/>
              <a:t>Abstraktná trieda</a:t>
            </a:r>
            <a:r>
              <a:rPr lang="sk-SK" dirty="0"/>
              <a:t>: Pre IS-A "je" vzťahy (napr. Pes je Zviera), zdieľa stav a správanie</a:t>
            </a:r>
          </a:p>
          <a:p>
            <a:pPr marL="0" indent="0">
              <a:buNone/>
            </a:pPr>
            <a:r>
              <a:rPr lang="sk-SK" b="1" dirty="0"/>
              <a:t>Rozhranie</a:t>
            </a:r>
            <a:r>
              <a:rPr lang="sk-SK" dirty="0"/>
              <a:t>: Pre </a:t>
            </a:r>
            <a:r>
              <a:rPr lang="sk-SK" b="1" dirty="0"/>
              <a:t>"môže-robiť" </a:t>
            </a:r>
            <a:r>
              <a:rPr lang="sk-SK" dirty="0"/>
              <a:t>vzťahy (napr. Lietadlo môže Lietať), čisto o správaní</a:t>
            </a:r>
          </a:p>
          <a:p>
            <a:pPr marL="0" indent="0">
              <a:buNone/>
            </a:pPr>
            <a:r>
              <a:rPr lang="sk-SK" dirty="0"/>
              <a:t>Obidve prístupy môžeme kombinovať</a:t>
            </a:r>
            <a:br>
              <a:rPr lang="sk-SK" sz="2800" dirty="0"/>
            </a:b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159769133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1058</TotalTime>
  <Words>816</Words>
  <Application>Microsoft Office PowerPoint</Application>
  <PresentationFormat>Širokouhlá</PresentationFormat>
  <Paragraphs>167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13</vt:lpstr>
      <vt:lpstr>Abstrakcia</vt:lpstr>
      <vt:lpstr>Abstraktná trieda</vt:lpstr>
      <vt:lpstr>Abstraktná trieda</vt:lpstr>
      <vt:lpstr>Abstraktná trieda</vt:lpstr>
      <vt:lpstr>Prezentácia programu PowerPoint</vt:lpstr>
      <vt:lpstr>Abstraktná trieda</vt:lpstr>
      <vt:lpstr>Rozhranie - Interface</vt:lpstr>
      <vt:lpstr>Rozhranie</vt:lpstr>
      <vt:lpstr>Rozhranie</vt:lpstr>
      <vt:lpstr>Rozhranie</vt:lpstr>
      <vt:lpstr>Rozhrania v Java API</vt:lpstr>
      <vt:lpstr>Abstraktná trieda Vs Rozhranie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50</cp:revision>
  <dcterms:created xsi:type="dcterms:W3CDTF">2025-09-05T09:09:34Z</dcterms:created>
  <dcterms:modified xsi:type="dcterms:W3CDTF">2025-11-19T12:20:59Z</dcterms:modified>
</cp:coreProperties>
</file>
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6" r:id="rId2"/>
    <p:sldId id="257" r:id="rId3"/>
    <p:sldId id="286" r:id="rId4"/>
    <p:sldId id="324" r:id="rId5"/>
    <p:sldId id="334" r:id="rId6"/>
    <p:sldId id="341" r:id="rId7"/>
    <p:sldId id="342" r:id="rId8"/>
    <p:sldId id="335" r:id="rId9"/>
    <p:sldId id="336" r:id="rId10"/>
    <p:sldId id="330" r:id="rId11"/>
    <p:sldId id="34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28. 4. 2026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91365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28. 4. 2026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74269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28. 4. 2026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07281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28. 4. 2026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65352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28. 4. 2026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74369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28. 4. 2026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07842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28. 4. 2026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17515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28. 4. 2026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308196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28. 4. 2026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09070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28. 4. 2026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888063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28. 4. 2026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52091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28. 4. 2026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82812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323955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</a:t>
            </a:r>
            <a:r>
              <a:rPr lang="en-US" b="1" dirty="0"/>
              <a:t>,</a:t>
            </a:r>
            <a:r>
              <a:rPr lang="sk-SK" b="1" dirty="0"/>
              <a:t>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786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</a:t>
            </a:r>
            <a:br>
              <a:rPr lang="sk-SK" sz="4000" dirty="0"/>
            </a:br>
            <a:r>
              <a:rPr lang="sk-SK" sz="4000" dirty="0"/>
              <a:t>Teória 2</a:t>
            </a:r>
            <a:r>
              <a:rPr lang="en-US" sz="4000" dirty="0"/>
              <a:t>6</a:t>
            </a:r>
            <a:endParaRPr lang="sk-SK" sz="4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5870448" cy="4180542"/>
          </a:xfrm>
        </p:spPr>
        <p:txBody>
          <a:bodyPr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Model-View-Controller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Ciele</a:t>
            </a:r>
            <a:r>
              <a:rPr lang="en-US" dirty="0"/>
              <a:t> a </a:t>
            </a:r>
            <a:r>
              <a:rPr lang="en-US" dirty="0" err="1"/>
              <a:t>vlastnosti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MVC v JavaFX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442C44-59E7-C8F0-1590-CED16FCC5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847628F-FCF0-D006-5EEC-0A3BE320B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Opakovanie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34E8006-664C-5DF5-91F6-29AED5E4B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5314"/>
            <a:ext cx="5911543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 err="1"/>
              <a:t>Ovl</a:t>
            </a:r>
            <a:r>
              <a:rPr lang="sk-SK" dirty="0" err="1"/>
              <a:t>ádacie</a:t>
            </a:r>
            <a:r>
              <a:rPr lang="sk-SK" dirty="0"/>
              <a:t> prvky sú prepojené pomocou </a:t>
            </a:r>
            <a:r>
              <a:rPr lang="sk-SK" dirty="0" err="1"/>
              <a:t>property</a:t>
            </a:r>
            <a:r>
              <a:rPr lang="sk-SK" dirty="0"/>
              <a:t> objektov a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bind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Všetky ovládacie prvky sú prepojené so </a:t>
            </a:r>
            <a:r>
              <a:rPr lang="sk-SK" dirty="0" err="1"/>
              <a:t>sliderom</a:t>
            </a:r>
            <a:endParaRPr lang="sk-SK" dirty="0"/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Hlavná hodnota – uhol natočenia – je uložená v </a:t>
            </a:r>
            <a:r>
              <a:rPr lang="sk-SK" dirty="0" err="1"/>
              <a:t>slideri</a:t>
            </a:r>
            <a:endParaRPr lang="sk-SK" dirty="0"/>
          </a:p>
          <a:p>
            <a:pPr marL="0" indent="0">
              <a:lnSpc>
                <a:spcPct val="100000"/>
              </a:lnSpc>
              <a:buNone/>
            </a:pPr>
            <a:r>
              <a:rPr lang="sk-SK" i="1" dirty="0"/>
              <a:t>Z obyčajného komponentu sme urobili veľmi dôležitý prvok, držiaci aplikáciu pokope</a:t>
            </a:r>
          </a:p>
          <a:p>
            <a:pPr marL="0" indent="0">
              <a:lnSpc>
                <a:spcPct val="100000"/>
              </a:lnSpc>
              <a:buNone/>
            </a:pPr>
            <a:endParaRPr lang="en-US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pic>
        <p:nvPicPr>
          <p:cNvPr id="4" name="Picture 2" descr="Slider">
            <a:extLst>
              <a:ext uri="{FF2B5EF4-FFF2-40B4-BE49-F238E27FC236}">
                <a16:creationId xmlns:a16="http://schemas.microsoft.com/office/drawing/2014/main" id="{6186B76A-ECE0-0DF0-B54F-E4452988A1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6839" y="1278248"/>
            <a:ext cx="4604057" cy="4301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7867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5EE462-68AC-5DFC-4A18-979C55ECD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8F72686-C27E-D351-7B34-EEAE2DB7B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Problém</a:t>
            </a:r>
          </a:p>
        </p:txBody>
      </p:sp>
      <p:pic>
        <p:nvPicPr>
          <p:cNvPr id="7" name="Zástupný objekt pre obsah 6">
            <a:extLst>
              <a:ext uri="{FF2B5EF4-FFF2-40B4-BE49-F238E27FC236}">
                <a16:creationId xmlns:a16="http://schemas.microsoft.com/office/drawing/2014/main" id="{75C74E6C-BE00-3867-BFFC-A7F5A1E4FE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5250" y="1253331"/>
            <a:ext cx="4302170" cy="4351338"/>
          </a:xfrm>
          <a:prstGeom prst="rect">
            <a:avLst/>
          </a:prstGeom>
        </p:spPr>
      </p:pic>
      <p:sp>
        <p:nvSpPr>
          <p:cNvPr id="8" name="Zástupný objekt pre obsah 2">
            <a:extLst>
              <a:ext uri="{FF2B5EF4-FFF2-40B4-BE49-F238E27FC236}">
                <a16:creationId xmlns:a16="http://schemas.microsoft.com/office/drawing/2014/main" id="{D0510884-56A4-20EF-C703-00460B82380D}"/>
              </a:ext>
            </a:extLst>
          </p:cNvPr>
          <p:cNvSpPr txBox="1">
            <a:spLocks/>
          </p:cNvSpPr>
          <p:nvPr/>
        </p:nvSpPr>
        <p:spPr>
          <a:xfrm>
            <a:off x="838200" y="1585314"/>
            <a:ext cx="5911543" cy="4980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sk-SK" dirty="0"/>
              <a:t>Pridáme do programu </a:t>
            </a:r>
            <a:r>
              <a:rPr lang="sk-SK" dirty="0" err="1"/>
              <a:t>spinner</a:t>
            </a:r>
            <a:r>
              <a:rPr lang="sk-SK" dirty="0"/>
              <a:t> – kto má teraz mať na starosti uhol natočenia?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sk-SK" dirty="0"/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sk-SK" dirty="0"/>
          </a:p>
          <a:p>
            <a:pPr marL="0" indent="0">
              <a:lnSpc>
                <a:spcPct val="100000"/>
              </a:lnSpc>
              <a:buNone/>
            </a:pPr>
            <a:r>
              <a:rPr lang="sk-SK" b="1" dirty="0"/>
              <a:t>Dôležité dáta a hodnoty, ktoré majú význam naprieč aplikáciou, by mali byť umiestnené samostatne.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sk-SK" i="1" dirty="0"/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5375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205FF0-6D33-56AD-0391-FDD95D24E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928A198-3283-8E89-E9BD-E0D8A98E2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Model-</a:t>
            </a:r>
            <a:r>
              <a:rPr lang="sk-SK" dirty="0" err="1"/>
              <a:t>View</a:t>
            </a:r>
            <a:r>
              <a:rPr lang="sk-SK" dirty="0"/>
              <a:t>-</a:t>
            </a:r>
            <a:r>
              <a:rPr lang="sk-SK" dirty="0" err="1"/>
              <a:t>Controller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C71911B-4B97-0C87-017F-3B7F4C756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265" y="1585314"/>
            <a:ext cx="11159611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sk-SK" dirty="0"/>
              <a:t>MVC definuje tri spolupracujúce vrstvy.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sk-SK" dirty="0"/>
              <a:t>Umožňuje </a:t>
            </a:r>
            <a:r>
              <a:rPr lang="sk-SK" b="1" dirty="0"/>
              <a:t>oddelenie zodpovedností </a:t>
            </a:r>
            <a:r>
              <a:rPr lang="sk-SK" dirty="0"/>
              <a:t>(</a:t>
            </a:r>
            <a:r>
              <a:rPr lang="sk-SK" dirty="0" err="1"/>
              <a:t>separation</a:t>
            </a:r>
            <a:r>
              <a:rPr lang="sk-SK" dirty="0"/>
              <a:t> of </a:t>
            </a:r>
            <a:r>
              <a:rPr lang="sk-SK" dirty="0" err="1"/>
              <a:t>concerns</a:t>
            </a:r>
            <a:r>
              <a:rPr lang="sk-SK" dirty="0"/>
              <a:t>).</a:t>
            </a:r>
          </a:p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Ciele MVC</a:t>
            </a:r>
          </a:p>
          <a:p>
            <a:pPr lvl="1">
              <a:lnSpc>
                <a:spcPct val="100000"/>
              </a:lnSpc>
            </a:pPr>
            <a:r>
              <a:rPr lang="sk-SK" sz="2800" dirty="0"/>
              <a:t>ľahšie testovanie, udržiavanie a rozšíriteľnosť</a:t>
            </a:r>
          </a:p>
          <a:p>
            <a:pPr lvl="1">
              <a:lnSpc>
                <a:spcPct val="100000"/>
              </a:lnSpc>
            </a:pPr>
            <a:r>
              <a:rPr lang="sk-SK" sz="2800" dirty="0"/>
              <a:t>lepšia </a:t>
            </a:r>
            <a:r>
              <a:rPr lang="sk-SK" sz="2800" dirty="0" err="1"/>
              <a:t>spolupráva</a:t>
            </a:r>
            <a:r>
              <a:rPr lang="sk-SK" sz="2800" dirty="0"/>
              <a:t> v rámci tímu</a:t>
            </a:r>
          </a:p>
          <a:p>
            <a:pPr lvl="1">
              <a:lnSpc>
                <a:spcPct val="100000"/>
              </a:lnSpc>
            </a:pPr>
            <a:r>
              <a:rPr lang="sk-SK" sz="2800" dirty="0"/>
              <a:t>znížiť prelínanie (</a:t>
            </a:r>
            <a:r>
              <a:rPr lang="sk-SK" sz="2800" dirty="0" err="1"/>
              <a:t>coupling</a:t>
            </a:r>
            <a:r>
              <a:rPr lang="sk-SK" sz="2800" dirty="0"/>
              <a:t>) medzi vrstvami</a:t>
            </a:r>
          </a:p>
          <a:p>
            <a:pPr marL="0" indent="0">
              <a:lnSpc>
                <a:spcPct val="110000"/>
              </a:lnSpc>
              <a:buNone/>
            </a:pPr>
            <a:endParaRPr lang="sk-SK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098449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55FAB6-526A-309D-CBA1-E2FFE32F3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B38802A-6DF7-4409-DE85-773190BF3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Model-</a:t>
            </a:r>
            <a:r>
              <a:rPr lang="sk-SK" dirty="0" err="1"/>
              <a:t>View</a:t>
            </a:r>
            <a:r>
              <a:rPr lang="sk-SK" dirty="0"/>
              <a:t>-</a:t>
            </a:r>
            <a:r>
              <a:rPr lang="sk-SK" dirty="0" err="1"/>
              <a:t>Controller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F81BCF6-8BED-B561-568D-73896BBD53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265" y="1585314"/>
            <a:ext cx="11159611" cy="49800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b="1" dirty="0"/>
              <a:t>Model </a:t>
            </a:r>
            <a:r>
              <a:rPr lang="sk-SK" dirty="0"/>
              <a:t>- dáta a biznis logiku aplikácie (validácia hodnôt, výpočty, komunikácia s databázou)</a:t>
            </a:r>
          </a:p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b="1" dirty="0" err="1"/>
              <a:t>View</a:t>
            </a:r>
            <a:r>
              <a:rPr lang="sk-SK" dirty="0"/>
              <a:t> - užívateľské rozhranie (UI), zobrazuje hodnoty z Modelu. Je to hlavne FXML.</a:t>
            </a:r>
          </a:p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b="1" dirty="0" err="1"/>
              <a:t>Controller</a:t>
            </a:r>
            <a:r>
              <a:rPr lang="sk-SK" dirty="0"/>
              <a:t> - spracovanie udalostí (eventov), aktualizácia Modelu, </a:t>
            </a:r>
            <a:r>
              <a:rPr lang="sk-SK" dirty="0" err="1"/>
              <a:t>refreshovanie</a:t>
            </a:r>
            <a:r>
              <a:rPr lang="sk-SK" dirty="0"/>
              <a:t> </a:t>
            </a:r>
            <a:r>
              <a:rPr lang="sk-SK" dirty="0" err="1"/>
              <a:t>View</a:t>
            </a:r>
            <a:endParaRPr lang="sk-SK" dirty="0"/>
          </a:p>
          <a:p>
            <a:pPr marL="0" indent="0">
              <a:lnSpc>
                <a:spcPct val="110000"/>
              </a:lnSpc>
              <a:buNone/>
            </a:pPr>
            <a:endParaRPr lang="sk-SK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952172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01DAE7-D7AE-1DDA-101D-806522108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adpis 4">
            <a:extLst>
              <a:ext uri="{FF2B5EF4-FFF2-40B4-BE49-F238E27FC236}">
                <a16:creationId xmlns:a16="http://schemas.microsoft.com/office/drawing/2014/main" id="{B5B42988-8091-75B7-1B70-7C21B2D58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MVC</a:t>
            </a:r>
          </a:p>
        </p:txBody>
      </p:sp>
      <p:pic>
        <p:nvPicPr>
          <p:cNvPr id="9" name="Zástupný objekt pre obsah 8">
            <a:extLst>
              <a:ext uri="{FF2B5EF4-FFF2-40B4-BE49-F238E27FC236}">
                <a16:creationId xmlns:a16="http://schemas.microsoft.com/office/drawing/2014/main" id="{9BA7DA49-5A64-6D77-EC65-37989C6937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51910" y="365125"/>
            <a:ext cx="5819799" cy="6401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784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E2CE7D-2138-DBED-56E8-5E69B291B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34E18B7-D6FC-358D-1D57-6AB6F0073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Fungovanie MVC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1C6CEA9-7301-C6F3-016D-C94C41552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5" y="2210764"/>
            <a:ext cx="11739717" cy="4354627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    1. Užívateľ vykoná akciu vo </a:t>
            </a:r>
            <a:r>
              <a:rPr lang="sk-SK" dirty="0" err="1"/>
              <a:t>View</a:t>
            </a:r>
            <a:r>
              <a:rPr lang="sk-SK" dirty="0"/>
              <a:t> (napr. klik myšou).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    2. </a:t>
            </a:r>
            <a:r>
              <a:rPr lang="sk-SK" dirty="0" err="1"/>
              <a:t>Controller</a:t>
            </a:r>
            <a:r>
              <a:rPr lang="sk-SK" dirty="0"/>
              <a:t> zachytí udalosť.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    </a:t>
            </a:r>
            <a:r>
              <a:rPr lang="en-US" dirty="0"/>
              <a:t>3</a:t>
            </a:r>
            <a:r>
              <a:rPr lang="sk-SK" dirty="0"/>
              <a:t>. </a:t>
            </a:r>
            <a:r>
              <a:rPr lang="sk-SK" dirty="0" err="1"/>
              <a:t>Controller</a:t>
            </a:r>
            <a:r>
              <a:rPr lang="sk-SK" dirty="0"/>
              <a:t> zavolá metódy na Modeli (napr. </a:t>
            </a:r>
            <a:r>
              <a:rPr lang="sk-SK" dirty="0" err="1"/>
              <a:t>model.saveUser</a:t>
            </a:r>
            <a:r>
              <a:rPr lang="sk-SK" dirty="0"/>
              <a:t>()).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    </a:t>
            </a:r>
            <a:r>
              <a:rPr lang="en-US" dirty="0"/>
              <a:t>4</a:t>
            </a:r>
            <a:r>
              <a:rPr lang="sk-SK" dirty="0"/>
              <a:t>. Model vykoná logiku a zmení svoj stav.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    </a:t>
            </a:r>
            <a:r>
              <a:rPr lang="en-US" dirty="0"/>
              <a:t>5</a:t>
            </a:r>
            <a:r>
              <a:rPr lang="sk-SK" dirty="0"/>
              <a:t>. </a:t>
            </a:r>
            <a:r>
              <a:rPr lang="sk-SK" dirty="0" err="1"/>
              <a:t>View</a:t>
            </a:r>
            <a:r>
              <a:rPr lang="sk-SK" dirty="0"/>
              <a:t> sa aktualizuje s novými hodnotami Modelu.</a:t>
            </a:r>
          </a:p>
        </p:txBody>
      </p:sp>
    </p:spTree>
    <p:extLst>
      <p:ext uri="{BB962C8B-B14F-4D97-AF65-F5344CB8AC3E}">
        <p14:creationId xmlns:p14="http://schemas.microsoft.com/office/powerpoint/2010/main" val="920584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C4E49D-2ECF-BE43-F270-35F8788D1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F6CE188-7E29-6BC6-6949-381947C26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Vlastnosti MVC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E26F0FE-7F5A-75B7-D627-C4BFD2460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585" y="2141316"/>
            <a:ext cx="11469267" cy="4424076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Pri malých aplikáciách je MVC príliš komplikovaný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Možnosť testovať model bez UI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Opätovná použiteľnosť (viacero </a:t>
            </a:r>
            <a:r>
              <a:rPr lang="sk-SK" dirty="0" err="1"/>
              <a:t>View</a:t>
            </a:r>
            <a:r>
              <a:rPr lang="sk-SK" dirty="0"/>
              <a:t>: desktop, web, mobil).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Jednoduchšia údržba (zmena UI neovplyvní biznis logiku).</a:t>
            </a:r>
          </a:p>
        </p:txBody>
      </p:sp>
    </p:spTree>
    <p:extLst>
      <p:ext uri="{BB962C8B-B14F-4D97-AF65-F5344CB8AC3E}">
        <p14:creationId xmlns:p14="http://schemas.microsoft.com/office/powerpoint/2010/main" val="44002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4B101F6-D46C-A9AA-3CE6-FF13F5D515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167148"/>
            <a:ext cx="11759381" cy="6449962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record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Model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DoubleProperty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rotacia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Model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createModel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new Model(new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SimpleDoubleProperty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(0.0));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rotuj(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delta)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hodnota =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rotacia.getValue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    hodnota += delta;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    hodnota =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Math.max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(hodnota, 0);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    hodnota =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Math.min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(hodnota, 360);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rotacia.setValue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(hodnota);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2667300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91BBA-58F1-2BAF-DD6E-AFE2C5C12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B5D82D96-19F0-048D-3C2D-1A0B875E3D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167148"/>
            <a:ext cx="11759381" cy="6449962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Controller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Model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model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ImageView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obrazok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Slider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slider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Label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label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mButton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initialize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model =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Model.createModel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obrazok.rotateProperty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().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bind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model.rotacia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label.textProperty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().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bind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Bindings.format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("%.2f°",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model.rotacia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slider.valueProperty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().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bindBidirectional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model.rotacia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mButton.disableProperty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().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bind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model.rotacia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lessThanOrEqualTo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(0));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minus10(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ActionEvent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actionEvent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model.rotuj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(-10);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0662127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28057</TotalTime>
  <Words>485</Words>
  <Application>Microsoft Office PowerPoint</Application>
  <PresentationFormat>Širokouhlá</PresentationFormat>
  <Paragraphs>79</Paragraphs>
  <Slides>11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Consolas</vt:lpstr>
      <vt:lpstr>Motív Office</vt:lpstr>
      <vt:lpstr>Objektovo orientované programovanie</vt:lpstr>
      <vt:lpstr>OPG Teória 26</vt:lpstr>
      <vt:lpstr>Opakovanie</vt:lpstr>
      <vt:lpstr>Problém</vt:lpstr>
      <vt:lpstr>Model-View-Controller</vt:lpstr>
      <vt:lpstr>Model-View-Controller</vt:lpstr>
      <vt:lpstr>MVC</vt:lpstr>
      <vt:lpstr>Fungovanie MVC</vt:lpstr>
      <vt:lpstr>Vlastnosti MVC</vt:lpstr>
      <vt:lpstr>Prezentácia programu PowerPoint</vt:lpstr>
      <vt:lpstr>Prezentácia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93</cp:revision>
  <dcterms:created xsi:type="dcterms:W3CDTF">2025-09-05T09:09:34Z</dcterms:created>
  <dcterms:modified xsi:type="dcterms:W3CDTF">2026-04-28T09:27:34Z</dcterms:modified>
</cp:coreProperties>
</file>
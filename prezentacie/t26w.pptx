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24" r:id="rId5"/>
    <p:sldId id="334" r:id="rId6"/>
    <p:sldId id="341" r:id="rId7"/>
    <p:sldId id="342" r:id="rId8"/>
    <p:sldId id="335" r:id="rId9"/>
    <p:sldId id="336" r:id="rId10"/>
    <p:sldId id="330" r:id="rId11"/>
    <p:sldId id="34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52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6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Model-View-Controller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Ciele</a:t>
            </a:r>
            <a:r>
              <a:rPr lang="en-US" dirty="0"/>
              <a:t> a </a:t>
            </a:r>
            <a:r>
              <a:rPr lang="en-US" dirty="0" err="1"/>
              <a:t>vlastnosti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MVC v JavaFX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Opakovanie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14"/>
            <a:ext cx="5911543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Ovl</a:t>
            </a:r>
            <a:r>
              <a:rPr lang="sk-SK" dirty="0" err="1"/>
              <a:t>ádacie</a:t>
            </a:r>
            <a:r>
              <a:rPr lang="sk-SK" dirty="0"/>
              <a:t> prvky sú prepojené pomocou </a:t>
            </a:r>
            <a:r>
              <a:rPr lang="sk-SK" dirty="0" err="1"/>
              <a:t>property</a:t>
            </a:r>
            <a:r>
              <a:rPr lang="sk-SK" dirty="0"/>
              <a:t> objektov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Všetky ovládacie prvky sú prepojené so </a:t>
            </a:r>
            <a:r>
              <a:rPr lang="sk-SK" dirty="0" err="1"/>
              <a:t>sliderom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Hlavná hodnota – uhol natočenia – je uložená v </a:t>
            </a:r>
            <a:r>
              <a:rPr lang="sk-SK" dirty="0" err="1"/>
              <a:t>slideri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i="1" dirty="0"/>
              <a:t>Z obyčajného komponentu sme urobili veľmi dôležitý prvok, držiaci aplikáciu pokope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4" name="Picture 2" descr="Slider">
            <a:extLst>
              <a:ext uri="{FF2B5EF4-FFF2-40B4-BE49-F238E27FC236}">
                <a16:creationId xmlns:a16="http://schemas.microsoft.com/office/drawing/2014/main" id="{6186B76A-ECE0-0DF0-B54F-E4452988A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839" y="1278248"/>
            <a:ext cx="4604057" cy="430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EE462-68AC-5DFC-4A18-979C55EC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72686-C27E-D351-7B34-EEAE2DB7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Problém</a:t>
            </a:r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75C74E6C-BE00-3867-BFFC-A7F5A1E4F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250" y="1253331"/>
            <a:ext cx="4302170" cy="4351338"/>
          </a:xfrm>
          <a:prstGeom prst="rect">
            <a:avLst/>
          </a:prstGeom>
        </p:spPr>
      </p:pic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D0510884-56A4-20EF-C703-00460B82380D}"/>
              </a:ext>
            </a:extLst>
          </p:cNvPr>
          <p:cNvSpPr txBox="1">
            <a:spLocks/>
          </p:cNvSpPr>
          <p:nvPr/>
        </p:nvSpPr>
        <p:spPr>
          <a:xfrm>
            <a:off x="838200" y="1585314"/>
            <a:ext cx="5911543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sk-SK" dirty="0"/>
              <a:t>Pridáme do programu </a:t>
            </a:r>
            <a:r>
              <a:rPr lang="sk-SK" dirty="0" err="1"/>
              <a:t>spinner</a:t>
            </a:r>
            <a:r>
              <a:rPr lang="sk-SK" dirty="0"/>
              <a:t> – kto má teraz mať na starosti uhol natočenia?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b="1" dirty="0"/>
              <a:t>Dôležité dáta a hodnoty, ktoré majú význam naprieč aplikáciou, by mali byť umiestnené samostatne.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i="1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7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05FF0-6D33-56AD-0391-FDD95D24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8A198-3283-8E89-E9BD-E0D8A98E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Model-</a:t>
            </a:r>
            <a:r>
              <a:rPr lang="sk-SK" dirty="0" err="1"/>
              <a:t>View</a:t>
            </a:r>
            <a:r>
              <a:rPr lang="sk-SK" dirty="0"/>
              <a:t>-</a:t>
            </a:r>
            <a:r>
              <a:rPr lang="sk-SK" dirty="0" err="1"/>
              <a:t>Controller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71911B-4B97-0C87-017F-3B7F4C756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585314"/>
            <a:ext cx="11159611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sk-SK" dirty="0"/>
              <a:t>MVC definuje tri spolupracujúce vrstvy.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sk-SK" dirty="0"/>
              <a:t>Umožňuje </a:t>
            </a:r>
            <a:r>
              <a:rPr lang="sk-SK" b="1" dirty="0"/>
              <a:t>oddelenie zodpovedností </a:t>
            </a:r>
            <a:r>
              <a:rPr lang="sk-SK" dirty="0"/>
              <a:t>(</a:t>
            </a:r>
            <a:r>
              <a:rPr lang="sk-SK" dirty="0" err="1"/>
              <a:t>separation</a:t>
            </a:r>
            <a:r>
              <a:rPr lang="sk-SK" dirty="0"/>
              <a:t> of </a:t>
            </a:r>
            <a:r>
              <a:rPr lang="sk-SK" dirty="0" err="1"/>
              <a:t>concerns</a:t>
            </a:r>
            <a:r>
              <a:rPr lang="sk-SK" dirty="0"/>
              <a:t>).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Ciele MVC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ľahšie testovanie, udržiavanie a rozšíriteľnosť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lepšia </a:t>
            </a:r>
            <a:r>
              <a:rPr lang="sk-SK" sz="2800" dirty="0" err="1"/>
              <a:t>spolupráva</a:t>
            </a:r>
            <a:r>
              <a:rPr lang="sk-SK" sz="2800" dirty="0"/>
              <a:t> v rámci tímu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znížiť prelínanie (</a:t>
            </a:r>
            <a:r>
              <a:rPr lang="sk-SK" sz="2800" dirty="0" err="1"/>
              <a:t>coupling</a:t>
            </a:r>
            <a:r>
              <a:rPr lang="sk-SK" sz="2800" dirty="0"/>
              <a:t>) medzi vrstvami</a:t>
            </a:r>
          </a:p>
          <a:p>
            <a:pPr marL="0" indent="0">
              <a:lnSpc>
                <a:spcPct val="110000"/>
              </a:lnSpc>
              <a:buNone/>
            </a:pPr>
            <a:endParaRPr lang="sk-SK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0984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5FAB6-526A-309D-CBA1-E2FFE32F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38802A-6DF7-4409-DE85-773190BF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Model-</a:t>
            </a:r>
            <a:r>
              <a:rPr lang="sk-SK" dirty="0" err="1"/>
              <a:t>View</a:t>
            </a:r>
            <a:r>
              <a:rPr lang="sk-SK" dirty="0"/>
              <a:t>-</a:t>
            </a:r>
            <a:r>
              <a:rPr lang="sk-SK" dirty="0" err="1"/>
              <a:t>Controller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F81BCF6-8BED-B561-568D-73896BBD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585314"/>
            <a:ext cx="11159611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b="1" dirty="0"/>
              <a:t>Model </a:t>
            </a:r>
            <a:r>
              <a:rPr lang="sk-SK" dirty="0"/>
              <a:t>- dáta a biznis logiku aplikácie (validácia hodnôt, výpočty, komunikácia s databázou)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b="1" dirty="0" err="1"/>
              <a:t>View</a:t>
            </a:r>
            <a:r>
              <a:rPr lang="sk-SK" dirty="0"/>
              <a:t> - užívateľské rozhranie (UI), zobrazuje hodnoty z Modelu. Je to hlavne FXML.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b="1" dirty="0" err="1"/>
              <a:t>Controller</a:t>
            </a:r>
            <a:r>
              <a:rPr lang="sk-SK" dirty="0"/>
              <a:t> - spracovanie udalostí (eventov), aktualizácia Modelu, </a:t>
            </a:r>
            <a:r>
              <a:rPr lang="sk-SK" dirty="0" err="1"/>
              <a:t>refreshovanie</a:t>
            </a:r>
            <a:r>
              <a:rPr lang="sk-SK" dirty="0"/>
              <a:t> </a:t>
            </a:r>
            <a:r>
              <a:rPr lang="sk-SK" dirty="0" err="1"/>
              <a:t>View</a:t>
            </a:r>
            <a:endParaRPr lang="sk-SK" dirty="0"/>
          </a:p>
          <a:p>
            <a:pPr marL="0" indent="0">
              <a:lnSpc>
                <a:spcPct val="110000"/>
              </a:lnSpc>
              <a:buNone/>
            </a:pPr>
            <a:endParaRPr lang="sk-SK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217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1DAE7-D7AE-1DDA-101D-806522108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B5B42988-8091-75B7-1B70-7C21B2D5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MVC</a:t>
            </a:r>
          </a:p>
        </p:txBody>
      </p:sp>
      <p:pic>
        <p:nvPicPr>
          <p:cNvPr id="9" name="Zástupný objekt pre obsah 8">
            <a:extLst>
              <a:ext uri="{FF2B5EF4-FFF2-40B4-BE49-F238E27FC236}">
                <a16:creationId xmlns:a16="http://schemas.microsoft.com/office/drawing/2014/main" id="{9BA7DA49-5A64-6D77-EC65-37989C693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1910" y="365125"/>
            <a:ext cx="5819799" cy="640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8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2CE7D-2138-DBED-56E8-5E69B291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4E18B7-D6FC-358D-1D57-6AB6F007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Fungovanie MVC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C6CEA9-7301-C6F3-016D-C94C41552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210764"/>
            <a:ext cx="11739717" cy="435462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    1. Užívateľ vykoná akciu vo </a:t>
            </a:r>
            <a:r>
              <a:rPr lang="sk-SK" dirty="0" err="1"/>
              <a:t>View</a:t>
            </a:r>
            <a:r>
              <a:rPr lang="sk-SK" dirty="0"/>
              <a:t> (napr. klik myšou).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    2. </a:t>
            </a:r>
            <a:r>
              <a:rPr lang="sk-SK" dirty="0" err="1"/>
              <a:t>Controller</a:t>
            </a:r>
            <a:r>
              <a:rPr lang="sk-SK" dirty="0"/>
              <a:t> zachytí udalosť.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    4. </a:t>
            </a:r>
            <a:r>
              <a:rPr lang="sk-SK" dirty="0" err="1"/>
              <a:t>Controller</a:t>
            </a:r>
            <a:r>
              <a:rPr lang="sk-SK" dirty="0"/>
              <a:t> zavolá metódy na Modeli (napr. </a:t>
            </a:r>
            <a:r>
              <a:rPr lang="sk-SK" dirty="0" err="1"/>
              <a:t>model.saveUser</a:t>
            </a:r>
            <a:r>
              <a:rPr lang="sk-SK" dirty="0"/>
              <a:t>()).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    5. Model vykoná logiku a zmení svoj stav.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    6. </a:t>
            </a:r>
            <a:r>
              <a:rPr lang="sk-SK" dirty="0" err="1"/>
              <a:t>View</a:t>
            </a:r>
            <a:r>
              <a:rPr lang="sk-SK" dirty="0"/>
              <a:t> sa aktualizuje s novými hodnotami Modelu.</a:t>
            </a:r>
          </a:p>
        </p:txBody>
      </p:sp>
    </p:spTree>
    <p:extLst>
      <p:ext uri="{BB962C8B-B14F-4D97-AF65-F5344CB8AC3E}">
        <p14:creationId xmlns:p14="http://schemas.microsoft.com/office/powerpoint/2010/main" val="92058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4E49D-2ECF-BE43-F270-35F8788D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6CE188-7E29-6BC6-6949-381947C2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Vlastnosti MVC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26F0FE-7F5A-75B7-D627-C4BFD2460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5" y="2141316"/>
            <a:ext cx="11469267" cy="442407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 malých aplikáciách je MVC príliš komplikovaný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Možnosť testovať model bez UI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Opätovná použiteľnosť (</a:t>
            </a:r>
            <a:r>
              <a:rPr lang="sk-SK" dirty="0" err="1"/>
              <a:t>tviacero</a:t>
            </a:r>
            <a:r>
              <a:rPr lang="sk-SK" dirty="0"/>
              <a:t> </a:t>
            </a:r>
            <a:r>
              <a:rPr lang="sk-SK" dirty="0" err="1"/>
              <a:t>View</a:t>
            </a:r>
            <a:r>
              <a:rPr lang="sk-SK" dirty="0"/>
              <a:t>: desktop, web, mobil).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Jednoduchšia údržba (zmena UI neovplyvní biznis logiku).</a:t>
            </a:r>
          </a:p>
        </p:txBody>
      </p:sp>
    </p:spTree>
    <p:extLst>
      <p:ext uri="{BB962C8B-B14F-4D97-AF65-F5344CB8AC3E}">
        <p14:creationId xmlns:p14="http://schemas.microsoft.com/office/powerpoint/2010/main" val="440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4B101F6-D46C-A9AA-3CE6-FF13F5D5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record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Model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DoubleProperty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rotacia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Model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createModel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new Model(new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SimpleDoubleProperty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(0.0));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rotuj(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delta)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rotacia.getValue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hodnota += delta;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Math.max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(hodnota, 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(hodnota, 360);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rotacia.setValue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673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1BBA-58F1-2BAF-DD6E-AFE2C5C1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D82D96-19F0-048D-3C2D-1A0B875E3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Controller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Model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ImageView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model =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Model.createModel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obrazok.rotateProperty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model.rotacia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label.textProperty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Bindings.format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("%.2f°",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model.rotacia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bindBidirectional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model.rotacia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mButton.disableProperty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model.rotacia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lessThanOrEqualTo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minus10(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model.rotuj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(-10);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66212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27968</TotalTime>
  <Words>485</Words>
  <Application>Microsoft Office PowerPoint</Application>
  <PresentationFormat>Širokouhlá</PresentationFormat>
  <Paragraphs>79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26</vt:lpstr>
      <vt:lpstr>Opakovanie</vt:lpstr>
      <vt:lpstr>Problém</vt:lpstr>
      <vt:lpstr>Model-View-Controller</vt:lpstr>
      <vt:lpstr>Model-View-Controller</vt:lpstr>
      <vt:lpstr>MVC</vt:lpstr>
      <vt:lpstr>Fungovanie MVC</vt:lpstr>
      <vt:lpstr>Vlastnosti MVC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92</cp:revision>
  <dcterms:created xsi:type="dcterms:W3CDTF">2025-09-05T09:09:34Z</dcterms:created>
  <dcterms:modified xsi:type="dcterms:W3CDTF">2026-04-23T20:38:33Z</dcterms:modified>
</cp:coreProperties>
</file>
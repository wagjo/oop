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sldIdLst>
    <p:sldId id="266" r:id="rId2"/>
    <p:sldId id="257" r:id="rId3"/>
    <p:sldId id="283" r:id="rId4"/>
    <p:sldId id="296" r:id="rId5"/>
    <p:sldId id="297" r:id="rId6"/>
    <p:sldId id="298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2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example.com/v1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frankfurter.dev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</a:t>
            </a:r>
            <a:r>
              <a:rPr lang="en-US" sz="4000" dirty="0"/>
              <a:t>5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482802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Application Programming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Web API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REST API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API (aplikačné programovacie rozhranie) je súbor pravidiel, protokolov a nástrojov, ktoré umožňujú dvom rôznym softvérovým aplikáciám spolu komunikovať a vymieňať si dáta.</a:t>
            </a:r>
          </a:p>
          <a:p>
            <a:pPr marL="0" indent="0">
              <a:buNone/>
            </a:pPr>
            <a:r>
              <a:rPr lang="sk-SK" dirty="0"/>
              <a:t>Poznáme viacero druhov API:</a:t>
            </a:r>
          </a:p>
          <a:p>
            <a:pPr lvl="1"/>
            <a:r>
              <a:rPr lang="sk-SK" sz="2800" b="1" i="1" dirty="0"/>
              <a:t>knižničné API</a:t>
            </a:r>
            <a:r>
              <a:rPr lang="sk-SK" sz="2800" b="1" dirty="0"/>
              <a:t> </a:t>
            </a:r>
            <a:r>
              <a:rPr lang="sk-SK" sz="2800" dirty="0"/>
              <a:t>- súbor funkcií a dátových štruktúr, ktorými používame softvérovú knižnicu v našom programe</a:t>
            </a:r>
          </a:p>
          <a:p>
            <a:pPr lvl="1"/>
            <a:r>
              <a:rPr lang="sk-SK" sz="2800" b="1" i="1" dirty="0"/>
              <a:t>sieťové API</a:t>
            </a:r>
            <a:r>
              <a:rPr lang="sk-SK" sz="2800" b="1" dirty="0"/>
              <a:t> </a:t>
            </a:r>
            <a:r>
              <a:rPr lang="sk-SK" sz="2800" dirty="0"/>
              <a:t>- </a:t>
            </a:r>
            <a:r>
              <a:rPr lang="sk-SK" sz="2800" dirty="0" err="1"/>
              <a:t>sada</a:t>
            </a:r>
            <a:r>
              <a:rPr lang="sk-SK" sz="2800" dirty="0"/>
              <a:t> definovaných pravidiel a protokolov pre komunikáciu medzi aplikáciami po sieti</a:t>
            </a:r>
          </a:p>
          <a:p>
            <a:pPr lvl="1"/>
            <a:r>
              <a:rPr lang="sk-SK" sz="2800" b="1" i="1" dirty="0"/>
              <a:t>webové API</a:t>
            </a:r>
            <a:r>
              <a:rPr lang="sk-SK" sz="2800" b="1" dirty="0"/>
              <a:t> </a:t>
            </a:r>
            <a:r>
              <a:rPr lang="sk-SK" sz="2800" dirty="0"/>
              <a:t>- typ sieťového API, ktoré je postavené nad webovými protokolmi, hlavne nad protokolom HTTP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(Application Programming Interface)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A4C77-D4FA-AEFE-29C9-1B3F6D90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03ED2E-35F9-FF9D-39A5-02C75EA5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Umožňuje rôznym aplikáciám a systémom komunikovať cez internet pomocou protokolov ako HTTP</a:t>
            </a:r>
          </a:p>
          <a:p>
            <a:pPr marL="0" indent="0">
              <a:buNone/>
            </a:pPr>
            <a:r>
              <a:rPr lang="sk-SK" dirty="0"/>
              <a:t>API sú zverejnené na presne definovanej URL webovej adrese, ktorá sa volá </a:t>
            </a:r>
            <a:r>
              <a:rPr lang="sk-SK" b="1" dirty="0" err="1"/>
              <a:t>endpoint</a:t>
            </a:r>
            <a:r>
              <a:rPr lang="sk-SK" dirty="0"/>
              <a:t>.</a:t>
            </a:r>
          </a:p>
          <a:p>
            <a:pPr marL="0" indent="0">
              <a:buNone/>
            </a:pPr>
            <a:r>
              <a:rPr lang="sk-SK" dirty="0"/>
              <a:t>Jednotlivé funkcionality sú potom dostupné na rôznych cestách na tejto URL adrese.</a:t>
            </a:r>
          </a:p>
          <a:p>
            <a:pPr marL="0" indent="0">
              <a:buNone/>
            </a:pPr>
            <a:r>
              <a:rPr lang="sk-SK" dirty="0"/>
              <a:t>Dáta, ktoré sú prenášané medzi aplikáciami sú zakódované väčšinou pomocou štandardizovaných formátov ako napr. </a:t>
            </a:r>
            <a:r>
              <a:rPr lang="sk-SK" b="1" dirty="0"/>
              <a:t>JSON</a:t>
            </a:r>
            <a:r>
              <a:rPr lang="sk-SK" dirty="0"/>
              <a:t>, </a:t>
            </a:r>
            <a:r>
              <a:rPr lang="sk-SK" b="1" dirty="0"/>
              <a:t>XML</a:t>
            </a:r>
            <a:r>
              <a:rPr lang="sk-SK" dirty="0"/>
              <a:t> alebo </a:t>
            </a:r>
            <a:r>
              <a:rPr lang="sk-SK" b="1" dirty="0"/>
              <a:t>CSV</a:t>
            </a:r>
            <a:r>
              <a:rPr lang="sk-SK" dirty="0"/>
              <a:t>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E7DDDA0-F925-58CD-E94D-AF11F139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Webové API</a:t>
            </a:r>
          </a:p>
        </p:txBody>
      </p:sp>
    </p:spTree>
    <p:extLst>
      <p:ext uri="{BB962C8B-B14F-4D97-AF65-F5344CB8AC3E}">
        <p14:creationId xmlns:p14="http://schemas.microsoft.com/office/powerpoint/2010/main" val="274475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3C6FF-EAAA-8F5D-FCE5-8AD5B4D6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69772B-C869-1B58-4745-3FE95F28B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REST je populárny druh webového API, ktoré má jednoduchú štruktúru, založenú na prístupe k dátovým zdrojom (web </a:t>
            </a:r>
            <a:r>
              <a:rPr lang="sk-SK" dirty="0" err="1"/>
              <a:t>resource</a:t>
            </a:r>
            <a:r>
              <a:rPr lang="sk-SK" dirty="0"/>
              <a:t>).</a:t>
            </a:r>
          </a:p>
          <a:p>
            <a:pPr marL="0" indent="0">
              <a:buNone/>
            </a:pPr>
            <a:r>
              <a:rPr lang="sk-SK" dirty="0"/>
              <a:t>Používa HTTP metódy </a:t>
            </a:r>
            <a:r>
              <a:rPr lang="sk-SK" b="1" dirty="0"/>
              <a:t>GET, POST, PUT a DELETE</a:t>
            </a:r>
          </a:p>
          <a:p>
            <a:pPr marL="0" indent="0">
              <a:buNone/>
            </a:pPr>
            <a:r>
              <a:rPr lang="sk-SK" dirty="0"/>
              <a:t>Jednotlivé URL webové adresy sú </a:t>
            </a:r>
            <a:r>
              <a:rPr lang="sk-SK" b="1" dirty="0"/>
              <a:t>orientované na zdroje </a:t>
            </a:r>
            <a:r>
              <a:rPr lang="sk-SK" dirty="0"/>
              <a:t>a dáta, s ktorými chceme pracovať.</a:t>
            </a:r>
          </a:p>
          <a:p>
            <a:pPr marL="0" indent="0">
              <a:buNone/>
            </a:pPr>
            <a:r>
              <a:rPr lang="sk-SK" dirty="0"/>
              <a:t>REST API je podobne ako HTTP </a:t>
            </a:r>
            <a:r>
              <a:rPr lang="sk-SK" b="1" dirty="0" err="1"/>
              <a:t>bezstavové</a:t>
            </a:r>
            <a:r>
              <a:rPr lang="sk-SK" dirty="0"/>
              <a:t> a ako dátový formát používa väčšinou </a:t>
            </a:r>
            <a:r>
              <a:rPr lang="sk-SK" b="1" dirty="0"/>
              <a:t>JSON</a:t>
            </a:r>
            <a:r>
              <a:rPr lang="sk-SK" dirty="0"/>
              <a:t>.</a:t>
            </a:r>
          </a:p>
          <a:p>
            <a:pPr marL="0" indent="0">
              <a:buNone/>
            </a:pPr>
            <a:r>
              <a:rPr lang="sk-SK" dirty="0"/>
              <a:t>URL </a:t>
            </a:r>
            <a:r>
              <a:rPr lang="sk-SK" dirty="0" err="1"/>
              <a:t>endpoint</a:t>
            </a:r>
            <a:r>
              <a:rPr lang="sk-SK" dirty="0"/>
              <a:t> k REST API je väčšinou </a:t>
            </a:r>
            <a:r>
              <a:rPr lang="sk-SK" dirty="0" err="1"/>
              <a:t>verzionovaný</a:t>
            </a:r>
            <a:r>
              <a:rPr lang="sk-SK" dirty="0"/>
              <a:t>, aby sa zaručila spätná kompatibilita. (napr.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https://api.example.com/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v1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/>
              <a:t>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B9E340E-7402-D0B7-FF6B-9CC4D72E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REST API</a:t>
            </a:r>
          </a:p>
        </p:txBody>
      </p:sp>
    </p:spTree>
    <p:extLst>
      <p:ext uri="{BB962C8B-B14F-4D97-AF65-F5344CB8AC3E}">
        <p14:creationId xmlns:p14="http://schemas.microsoft.com/office/powerpoint/2010/main" val="80300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671E3-67D4-279C-FEB7-D97F1044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CF9C4E-12F8-B29C-9B8B-6628A6210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URL </a:t>
            </a:r>
            <a:r>
              <a:rPr lang="sk-SK" dirty="0" err="1"/>
              <a:t>endpoint</a:t>
            </a:r>
            <a:r>
              <a:rPr lang="sk-SK" dirty="0"/>
              <a:t> k REST API je väčšinou </a:t>
            </a:r>
            <a:r>
              <a:rPr lang="sk-SK" dirty="0" err="1"/>
              <a:t>verzionovaný</a:t>
            </a:r>
            <a:r>
              <a:rPr lang="sk-SK" dirty="0"/>
              <a:t>, aby sa zaručila spätná kompatibilita. (napr.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hlinkClick r:id="rId2"/>
              </a:rPr>
              <a:t>https://api.example.com/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  <a:hlinkClick r:id="rId2"/>
              </a:rPr>
              <a:t>v1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hlinkClick r:id="rId2"/>
              </a:rPr>
              <a:t>/</a:t>
            </a:r>
            <a:r>
              <a:rPr lang="sk-SK" dirty="0"/>
              <a:t>)</a:t>
            </a:r>
            <a:endParaRPr lang="en-US" dirty="0"/>
          </a:p>
          <a:p>
            <a:pPr marL="0" indent="0">
              <a:buNone/>
            </a:pPr>
            <a:r>
              <a:rPr lang="sk-SK" dirty="0"/>
              <a:t>Príklad REST API</a:t>
            </a:r>
            <a:r>
              <a:rPr lang="en-US" dirty="0"/>
              <a:t>:</a:t>
            </a: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GET 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users</a:t>
            </a:r>
            <a:r>
              <a:rPr lang="sk-SK" dirty="0"/>
              <a:t> - vráti zoznam všetkých užívateľov</a:t>
            </a: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GET 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users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/1</a:t>
            </a:r>
            <a:r>
              <a:rPr lang="sk-SK" dirty="0"/>
              <a:t> - vráti informácie o užívateľovi s ID 1</a:t>
            </a: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POST 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users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/1</a:t>
            </a:r>
            <a:r>
              <a:rPr lang="sk-SK" dirty="0"/>
              <a:t> - zmení vlastnosti užívateľa s ID 1</a:t>
            </a:r>
          </a:p>
          <a:p>
            <a:pPr marL="0" indent="0"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310EC9E-AB7C-000E-EAF4-A56D1DFE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REST API</a:t>
            </a:r>
          </a:p>
        </p:txBody>
      </p:sp>
    </p:spTree>
    <p:extLst>
      <p:ext uri="{BB962C8B-B14F-4D97-AF65-F5344CB8AC3E}">
        <p14:creationId xmlns:p14="http://schemas.microsoft.com/office/powerpoint/2010/main" val="365218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40011-1A79-5D21-D938-7D2DA257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2E4E895-5A37-463D-CD65-1A11B79E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Pomocou webového prehliadača</a:t>
            </a:r>
            <a:endParaRPr lang="en-US" dirty="0"/>
          </a:p>
          <a:p>
            <a:pPr marL="0" indent="0">
              <a:buNone/>
            </a:pPr>
            <a:r>
              <a:rPr lang="sk-SK" dirty="0" err="1"/>
              <a:t>Open</a:t>
            </a:r>
            <a:r>
              <a:rPr lang="sk-SK" dirty="0"/>
              <a:t> </a:t>
            </a:r>
            <a:r>
              <a:rPr lang="sk-SK" dirty="0" err="1"/>
              <a:t>source</a:t>
            </a:r>
            <a:r>
              <a:rPr lang="sk-SK" dirty="0"/>
              <a:t> nástroj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https://hoppscotch.io/</a:t>
            </a:r>
          </a:p>
          <a:p>
            <a:pPr marL="0" indent="0">
              <a:buNone/>
            </a:pPr>
            <a:r>
              <a:rPr lang="sk-SK" dirty="0"/>
              <a:t>CLI nástroj</a:t>
            </a:r>
            <a:r>
              <a:rPr lang="en-US" dirty="0"/>
              <a:t>a</a:t>
            </a:r>
            <a:r>
              <a:rPr lang="sk-SK" dirty="0"/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curl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curl -X GET http://127.0.0.1:5000/api/books/1 |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jq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curl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-X POST http://127.0.0.1:5000/api/books \</a:t>
            </a:r>
          </a:p>
          <a:p>
            <a:pPr marL="457200" lvl="1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-H 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Content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-Type: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application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json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 \</a:t>
            </a:r>
          </a:p>
          <a:p>
            <a:pPr marL="457200" lvl="1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-d '{</a:t>
            </a:r>
          </a:p>
          <a:p>
            <a:pPr marL="457200" lvl="1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"title": 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Hobit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author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": "J.R.R.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Tolkien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457200" lvl="1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}'</a:t>
            </a:r>
          </a:p>
          <a:p>
            <a:pPr marL="457200" lvl="1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curl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-X DELETE http://127.0.0.1:5000/api/books/1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14B897C-55D6-64AC-7426-70E30A11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Prístup k webovému API</a:t>
            </a:r>
          </a:p>
        </p:txBody>
      </p:sp>
    </p:spTree>
    <p:extLst>
      <p:ext uri="{BB962C8B-B14F-4D97-AF65-F5344CB8AC3E}">
        <p14:creationId xmlns:p14="http://schemas.microsoft.com/office/powerpoint/2010/main" val="223541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BA4BA-CE6A-F75D-B43D-0489493F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0707F7D-DCE7-4D63-125A-5D1CBB35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free-apis.github.io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www.freepublicapis.com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publicapis.dev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dirty="0">
              <a:hlinkClick r:id="rId2"/>
            </a:endParaRPr>
          </a:p>
          <a:p>
            <a:pPr marL="0" indent="0">
              <a:buNone/>
            </a:pPr>
            <a:r>
              <a:rPr lang="en-US" dirty="0"/>
              <a:t>Konkr</a:t>
            </a:r>
            <a:r>
              <a:rPr lang="sk-SK" dirty="0" err="1"/>
              <a:t>étne</a:t>
            </a:r>
            <a:r>
              <a:rPr lang="sk-SK" dirty="0"/>
              <a:t> verejne dostupné API</a:t>
            </a:r>
            <a:endParaRPr lang="en-US" dirty="0"/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https://frankfurter.dev/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open-meteo.com 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https://clinicaltrials.gov/data-api/api#extapi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CC79D05-C2C2-A3BB-D013-F8822062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Voľne dostupné AP</a:t>
            </a:r>
            <a:r>
              <a:rPr lang="en-US" dirty="0"/>
              <a:t>I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68153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21092</TotalTime>
  <Words>489</Words>
  <Application>Microsoft Office PowerPoint</Application>
  <PresentationFormat>Širokouhlá</PresentationFormat>
  <Paragraphs>53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25 </vt:lpstr>
      <vt:lpstr>API (Application Programming Interface)</vt:lpstr>
      <vt:lpstr>Webové API</vt:lpstr>
      <vt:lpstr>REST API</vt:lpstr>
      <vt:lpstr>REST API</vt:lpstr>
      <vt:lpstr>Prístup k webovému API</vt:lpstr>
      <vt:lpstr>Voľne dostupné API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80</cp:revision>
  <dcterms:created xsi:type="dcterms:W3CDTF">2025-09-05T09:09:34Z</dcterms:created>
  <dcterms:modified xsi:type="dcterms:W3CDTF">2026-04-24T22:07:10Z</dcterms:modified>
</cp:coreProperties>
</file>
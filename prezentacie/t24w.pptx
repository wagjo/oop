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24" r:id="rId5"/>
    <p:sldId id="328" r:id="rId6"/>
    <p:sldId id="329" r:id="rId7"/>
    <p:sldId id="330" r:id="rId8"/>
    <p:sldId id="331" r:id="rId9"/>
    <p:sldId id="325" r:id="rId10"/>
    <p:sldId id="326" r:id="rId11"/>
    <p:sldId id="332" r:id="rId12"/>
    <p:sldId id="333" r:id="rId13"/>
    <p:sldId id="32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27. 3. 2026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4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Sledovanie</a:t>
            </a:r>
            <a:r>
              <a:rPr lang="en-US" dirty="0"/>
              <a:t> </a:t>
            </a:r>
            <a:r>
              <a:rPr lang="en-US" dirty="0" err="1"/>
              <a:t>zmien</a:t>
            </a:r>
            <a:r>
              <a:rPr lang="en-US" dirty="0"/>
              <a:t> </a:t>
            </a:r>
            <a:r>
              <a:rPr lang="en-US" dirty="0" err="1"/>
              <a:t>hodnôt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ObservableValue</a:t>
            </a:r>
            <a:r>
              <a:rPr lang="sk-SK" dirty="0"/>
              <a:t> a </a:t>
            </a:r>
            <a:r>
              <a:rPr lang="sk-SK" dirty="0" err="1"/>
              <a:t>addListener</a:t>
            </a:r>
            <a:r>
              <a:rPr lang="sk-SK" dirty="0"/>
              <a:t>()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property </a:t>
            </a:r>
            <a:r>
              <a:rPr lang="en-US" dirty="0" err="1"/>
              <a:t>objekt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Udalosti a sledovanie zmien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Keď</a:t>
            </a:r>
            <a:r>
              <a:rPr lang="en-US" dirty="0"/>
              <a:t> </a:t>
            </a:r>
            <a:r>
              <a:rPr lang="en-US" dirty="0" err="1"/>
              <a:t>užívateľ</a:t>
            </a:r>
            <a:r>
              <a:rPr lang="en-US" dirty="0"/>
              <a:t> </a:t>
            </a:r>
            <a:r>
              <a:rPr lang="en-US" dirty="0" err="1"/>
              <a:t>vykoná</a:t>
            </a:r>
            <a:r>
              <a:rPr lang="en-US" dirty="0"/>
              <a:t> </a:t>
            </a:r>
            <a:r>
              <a:rPr lang="en-US" dirty="0" err="1"/>
              <a:t>akciu</a:t>
            </a:r>
            <a:r>
              <a:rPr lang="sk-SK" dirty="0"/>
              <a:t> (klik, klávesa)</a:t>
            </a:r>
            <a:r>
              <a:rPr lang="en-US" dirty="0"/>
              <a:t>, JavaFX </a:t>
            </a:r>
            <a:r>
              <a:rPr lang="en-US" dirty="0" err="1"/>
              <a:t>vygeneruje</a:t>
            </a:r>
            <a:r>
              <a:rPr lang="en-US" dirty="0"/>
              <a:t> </a:t>
            </a:r>
            <a:r>
              <a:rPr lang="en-US" dirty="0" err="1"/>
              <a:t>udalosť</a:t>
            </a:r>
            <a:r>
              <a:rPr lang="en-US" dirty="0"/>
              <a:t>, </a:t>
            </a:r>
            <a:r>
              <a:rPr lang="en-US" dirty="0" err="1"/>
              <a:t>ktorú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spracovať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Niektoré</a:t>
            </a:r>
            <a:r>
              <a:rPr lang="en-US" dirty="0"/>
              <a:t> </a:t>
            </a:r>
            <a:r>
              <a:rPr lang="en-US" dirty="0" err="1"/>
              <a:t>komponenty</a:t>
            </a:r>
            <a:r>
              <a:rPr lang="en-US" dirty="0"/>
              <a:t> v </a:t>
            </a:r>
            <a:r>
              <a:rPr lang="en-US" dirty="0" err="1"/>
              <a:t>sebe</a:t>
            </a:r>
            <a:r>
              <a:rPr lang="en-US" dirty="0"/>
              <a:t> </a:t>
            </a:r>
            <a:r>
              <a:rPr lang="en-US" dirty="0" err="1"/>
              <a:t>obsahujú</a:t>
            </a:r>
            <a:r>
              <a:rPr lang="en-US" dirty="0"/>
              <a:t> </a:t>
            </a:r>
            <a:r>
              <a:rPr lang="en-US" dirty="0" err="1"/>
              <a:t>hodnotu</a:t>
            </a:r>
            <a:r>
              <a:rPr lang="en-US" dirty="0"/>
              <a:t> - </a:t>
            </a:r>
            <a:r>
              <a:rPr lang="en-US" dirty="0" err="1"/>
              <a:t>číslo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text.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Napríklad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dirty="0"/>
              <a:t> obsahuje text a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/>
              <a:t> číselnú hodnotu</a:t>
            </a:r>
            <a:r>
              <a:rPr lang="en-US" dirty="0"/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/>
              <a:t>C</a:t>
            </a:r>
            <a:r>
              <a:rPr lang="en-US" b="1" dirty="0" err="1"/>
              <a:t>hceme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informovaní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s </a:t>
            </a:r>
            <a:r>
              <a:rPr lang="en-US" b="1" dirty="0" err="1"/>
              <a:t>hodnotou</a:t>
            </a:r>
            <a:r>
              <a:rPr lang="en-US" b="1" dirty="0"/>
              <a:t> </a:t>
            </a:r>
            <a:r>
              <a:rPr lang="en-US" b="1" dirty="0" err="1"/>
              <a:t>deje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zmenila</a:t>
            </a:r>
            <a:endParaRPr lang="sk-SK" b="1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Doteraz sme to robili pomocou udalostí. Tento prístup však komplikuje kód a nerieši všetky situácie, ktoré môžu nastať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EE462-68AC-5DFC-4A18-979C55EC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72686-C27E-D351-7B34-EEAE2DB7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Udalosti a sledovanie zmien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518A30-43A0-1421-262F-A89C48DF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Treba </a:t>
            </a:r>
            <a:r>
              <a:rPr lang="en-US" dirty="0" err="1"/>
              <a:t>rozlišovať</a:t>
            </a:r>
            <a:r>
              <a:rPr lang="en-US" dirty="0"/>
              <a:t> </a:t>
            </a:r>
            <a:r>
              <a:rPr lang="en-US" dirty="0" err="1"/>
              <a:t>medzi</a:t>
            </a:r>
            <a:r>
              <a:rPr lang="en-US" dirty="0"/>
              <a:t>: </a:t>
            </a:r>
          </a:p>
          <a:p>
            <a:pPr lvl="1">
              <a:lnSpc>
                <a:spcPct val="100000"/>
              </a:lnSpc>
            </a:pPr>
            <a:r>
              <a:rPr lang="en-US" sz="2800" dirty="0" err="1"/>
              <a:t>Užívateľ</a:t>
            </a:r>
            <a:r>
              <a:rPr lang="en-US" sz="2800" dirty="0"/>
              <a:t> </a:t>
            </a:r>
            <a:r>
              <a:rPr lang="en-US" sz="2800" dirty="0" err="1"/>
              <a:t>vykonal</a:t>
            </a:r>
            <a:r>
              <a:rPr lang="en-US" sz="2800" dirty="0"/>
              <a:t> </a:t>
            </a:r>
            <a:r>
              <a:rPr lang="en-US" sz="2800" dirty="0" err="1"/>
              <a:t>nejakú</a:t>
            </a:r>
            <a:r>
              <a:rPr lang="en-US" sz="2800" dirty="0"/>
              <a:t> </a:t>
            </a:r>
            <a:r>
              <a:rPr lang="en-US" sz="2800" dirty="0" err="1"/>
              <a:t>akciu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 err="1"/>
              <a:t>Zmenila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hodnota</a:t>
            </a:r>
            <a:r>
              <a:rPr lang="en-US" sz="2800" dirty="0"/>
              <a:t> </a:t>
            </a:r>
            <a:r>
              <a:rPr lang="en-US" sz="2800" dirty="0" err="1"/>
              <a:t>nejakého</a:t>
            </a:r>
            <a:r>
              <a:rPr lang="en-US" sz="2800" dirty="0"/>
              <a:t> </a:t>
            </a:r>
            <a:r>
              <a:rPr lang="en-US" sz="2800" dirty="0" err="1"/>
              <a:t>komponentu</a:t>
            </a:r>
            <a:endParaRPr lang="en-US" sz="2800" dirty="0"/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JavaFX </a:t>
            </a:r>
            <a:r>
              <a:rPr lang="en-US" b="1" dirty="0" err="1"/>
              <a:t>udalosti</a:t>
            </a:r>
            <a:r>
              <a:rPr lang="en-US" b="1" dirty="0"/>
              <a:t> - </a:t>
            </a:r>
            <a:r>
              <a:rPr lang="en-US" b="1" dirty="0" err="1"/>
              <a:t>eventy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určené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ošetrenie</a:t>
            </a:r>
            <a:r>
              <a:rPr lang="en-US" b="1" dirty="0"/>
              <a:t> </a:t>
            </a:r>
            <a:r>
              <a:rPr lang="en-US" b="1" dirty="0" err="1"/>
              <a:t>akcií</a:t>
            </a:r>
            <a:r>
              <a:rPr lang="en-US" b="1" dirty="0"/>
              <a:t>, </a:t>
            </a:r>
            <a:r>
              <a:rPr lang="en-US" b="1" dirty="0" err="1"/>
              <a:t>nie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sledovanie</a:t>
            </a:r>
            <a:r>
              <a:rPr lang="en-US" b="1" dirty="0"/>
              <a:t> </a:t>
            </a:r>
            <a:r>
              <a:rPr lang="en-US" b="1" dirty="0" err="1"/>
              <a:t>zmien</a:t>
            </a:r>
            <a:r>
              <a:rPr lang="en-US" b="1" dirty="0"/>
              <a:t> </a:t>
            </a:r>
            <a:r>
              <a:rPr lang="en-US" b="1" dirty="0" err="1"/>
              <a:t>hodnôt</a:t>
            </a:r>
            <a:r>
              <a:rPr lang="en-US" b="1" dirty="0"/>
              <a:t>!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Hlavný</a:t>
            </a:r>
            <a:r>
              <a:rPr lang="en-US" dirty="0"/>
              <a:t> </a:t>
            </a:r>
            <a:r>
              <a:rPr lang="en-US" dirty="0" err="1"/>
              <a:t>dôvod</a:t>
            </a:r>
            <a:r>
              <a:rPr lang="en-US" dirty="0"/>
              <a:t> je, </a:t>
            </a:r>
            <a:r>
              <a:rPr lang="en-US" dirty="0" err="1"/>
              <a:t>že</a:t>
            </a:r>
            <a:r>
              <a:rPr lang="en-US" dirty="0"/>
              <a:t> </a:t>
            </a:r>
            <a:r>
              <a:rPr lang="en-US" dirty="0" err="1"/>
              <a:t>hodnota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môže</a:t>
            </a:r>
            <a:r>
              <a:rPr lang="en-US" dirty="0"/>
              <a:t> </a:t>
            </a:r>
            <a:r>
              <a:rPr lang="en-US" dirty="0" err="1"/>
              <a:t>meniť</a:t>
            </a:r>
            <a:r>
              <a:rPr lang="en-US" dirty="0"/>
              <a:t> </a:t>
            </a:r>
            <a:r>
              <a:rPr lang="en-US" dirty="0" err="1"/>
              <a:t>aj</a:t>
            </a:r>
            <a:r>
              <a:rPr lang="en-US" dirty="0"/>
              <a:t> </a:t>
            </a:r>
            <a:r>
              <a:rPr lang="en-US" dirty="0" err="1"/>
              <a:t>iným</a:t>
            </a:r>
            <a:r>
              <a:rPr lang="en-US" dirty="0"/>
              <a:t> </a:t>
            </a:r>
            <a:r>
              <a:rPr lang="en-US" dirty="0" err="1"/>
              <a:t>spôsobom</a:t>
            </a:r>
            <a:r>
              <a:rPr lang="en-US" dirty="0"/>
              <a:t>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udalosťou</a:t>
            </a:r>
            <a:r>
              <a:rPr lang="en-US" dirty="0"/>
              <a:t>, </a:t>
            </a:r>
            <a:r>
              <a:rPr lang="en-US" dirty="0" err="1"/>
              <a:t>ktorú</a:t>
            </a:r>
            <a:r>
              <a:rPr lang="en-US" dirty="0"/>
              <a:t> </a:t>
            </a:r>
            <a:r>
              <a:rPr lang="en-US" dirty="0" err="1"/>
              <a:t>zachytávame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37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lider1">
            <a:extLst>
              <a:ext uri="{FF2B5EF4-FFF2-40B4-BE49-F238E27FC236}">
                <a16:creationId xmlns:a16="http://schemas.microsoft.com/office/drawing/2014/main" id="{00F0BABE-178A-171E-87C2-B12C846548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142" y="82251"/>
            <a:ext cx="543917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A2B54106-F2FF-7D04-7833-EC55DB1B84B6}"/>
              </a:ext>
            </a:extLst>
          </p:cNvPr>
          <p:cNvSpPr txBox="1"/>
          <p:nvPr/>
        </p:nvSpPr>
        <p:spPr>
          <a:xfrm>
            <a:off x="274885" y="2257920"/>
            <a:ext cx="116422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Controller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ImageView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obrazok.setRotate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label.setText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("%.2f°", hodnota));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533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4995946-3888-D5B5-A7A0-2427F9B68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01" y="449001"/>
            <a:ext cx="10515600" cy="4351338"/>
          </a:xfrm>
        </p:spPr>
        <p:txBody>
          <a:bodyPr/>
          <a:lstStyle/>
          <a:p>
            <a:r>
              <a:rPr lang="sk-SK" dirty="0"/>
              <a:t>Ošetríme viac udalostí a pridáme tlačidlá</a:t>
            </a:r>
          </a:p>
        </p:txBody>
      </p:sp>
      <p:pic>
        <p:nvPicPr>
          <p:cNvPr id="2050" name="Picture 2" descr="Slider2">
            <a:extLst>
              <a:ext uri="{FF2B5EF4-FFF2-40B4-BE49-F238E27FC236}">
                <a16:creationId xmlns:a16="http://schemas.microsoft.com/office/drawing/2014/main" id="{70413CA3-0ADF-D3D3-C13B-7553CBE8B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152" y="1072922"/>
            <a:ext cx="5966065" cy="557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1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4B101F6-D46C-A9AA-3CE6-FF13F5D5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ImageView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updatujMysou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updatujKlavesou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KeyEvent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keyEvent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updatujSlider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obrazok.setRotate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label.setText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("%.2f°", hodnota));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8376C-C4CF-1918-20F2-F68B2D06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17568F-AEFD-3255-27AB-2A0918C4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latin typeface="Consolas" panose="020B0609020204030204" pitchFamily="49" charset="0"/>
              </a:rPr>
              <a:t>public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sk-SK" dirty="0" err="1">
                <a:latin typeface="Consolas" panose="020B0609020204030204" pitchFamily="49" charset="0"/>
              </a:rPr>
              <a:t>void</a:t>
            </a:r>
            <a:r>
              <a:rPr lang="sk-SK" dirty="0">
                <a:latin typeface="Consolas" panose="020B0609020204030204" pitchFamily="49" charset="0"/>
              </a:rPr>
              <a:t> </a:t>
            </a:r>
            <a:r>
              <a:rPr lang="sk-SK" dirty="0" err="1">
                <a:latin typeface="Consolas" panose="020B0609020204030204" pitchFamily="49" charset="0"/>
              </a:rPr>
              <a:t>updatujSlider</a:t>
            </a:r>
            <a:r>
              <a:rPr lang="sk-SK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dirty="0" err="1">
                <a:latin typeface="Consolas" panose="020B0609020204030204" pitchFamily="49" charset="0"/>
              </a:rPr>
              <a:t>double</a:t>
            </a:r>
            <a:r>
              <a:rPr lang="sk-SK" dirty="0">
                <a:latin typeface="Consolas" panose="020B0609020204030204" pitchFamily="49" charset="0"/>
              </a:rPr>
              <a:t> hodnota = </a:t>
            </a:r>
            <a:r>
              <a:rPr lang="sk-SK" dirty="0" err="1">
                <a:latin typeface="Consolas" panose="020B0609020204030204" pitchFamily="49" charset="0"/>
              </a:rPr>
              <a:t>slider.getValue</a:t>
            </a:r>
            <a:r>
              <a:rPr lang="sk-SK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    </a:t>
            </a:r>
            <a:r>
              <a:rPr lang="sk-SK" b="1" dirty="0" err="1">
                <a:latin typeface="Consolas" panose="020B0609020204030204" pitchFamily="49" charset="0"/>
              </a:rPr>
              <a:t>obrazok.setRotate</a:t>
            </a:r>
            <a:r>
              <a:rPr lang="sk-SK" b="1" dirty="0"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latin typeface="Consolas" panose="020B0609020204030204" pitchFamily="49" charset="0"/>
              </a:rPr>
              <a:t>    </a:t>
            </a:r>
            <a:r>
              <a:rPr lang="sk-SK" b="1" dirty="0" err="1">
                <a:latin typeface="Consolas" panose="020B0609020204030204" pitchFamily="49" charset="0"/>
              </a:rPr>
              <a:t>label.setText</a:t>
            </a:r>
            <a:r>
              <a:rPr lang="sk-SK" b="1" dirty="0">
                <a:latin typeface="Consolas" panose="020B0609020204030204" pitchFamily="49" charset="0"/>
              </a:rPr>
              <a:t>(</a:t>
            </a:r>
            <a:r>
              <a:rPr lang="sk-SK" b="1" dirty="0" err="1">
                <a:latin typeface="Consolas" panose="020B0609020204030204" pitchFamily="49" charset="0"/>
              </a:rPr>
              <a:t>String.format</a:t>
            </a:r>
            <a:r>
              <a:rPr lang="sk-SK" b="1" dirty="0">
                <a:latin typeface="Consolas" panose="020B0609020204030204" pitchFamily="49" charset="0"/>
              </a:rPr>
              <a:t>("%.2f°", hodnota));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plus10(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 + 10, 360);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slider.setValue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obrazok.setRotate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label.setText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("%.2f°", hodnota));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minus10(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Math.max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 - 10, 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slider.setValue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obrazok.setRotate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label.setText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("%.2f°", hodnota));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5147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2321D-57E9-C456-034B-B44E73DF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216644-6813-F0E8-62F2-0D80F941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ObservableValue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94694D-4381-5860-7A17-F2AB51C33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Na </a:t>
            </a:r>
            <a:r>
              <a:rPr lang="en-US" dirty="0" err="1"/>
              <a:t>sledovanie</a:t>
            </a:r>
            <a:r>
              <a:rPr lang="en-US" dirty="0"/>
              <a:t> </a:t>
            </a:r>
            <a:r>
              <a:rPr lang="en-US" dirty="0" err="1"/>
              <a:t>zmeny</a:t>
            </a:r>
            <a:r>
              <a:rPr lang="en-US" dirty="0"/>
              <a:t> </a:t>
            </a:r>
            <a:r>
              <a:rPr lang="en-US" dirty="0" err="1"/>
              <a:t>hodnoty</a:t>
            </a:r>
            <a:r>
              <a:rPr lang="en-US" dirty="0"/>
              <a:t> </a:t>
            </a:r>
            <a:r>
              <a:rPr lang="en-US" dirty="0" err="1"/>
              <a:t>používame</a:t>
            </a:r>
            <a:r>
              <a:rPr lang="en-US" dirty="0"/>
              <a:t> interface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ObservableValue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Rozhranie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ObservableValue</a:t>
            </a:r>
            <a:r>
              <a:rPr lang="en-US" dirty="0"/>
              <a:t> </a:t>
            </a:r>
            <a:r>
              <a:rPr lang="en-US" dirty="0" err="1"/>
              <a:t>umožňuje</a:t>
            </a:r>
            <a:r>
              <a:rPr lang="en-US" dirty="0"/>
              <a:t> '</a:t>
            </a:r>
            <a:r>
              <a:rPr lang="en-US" dirty="0" err="1"/>
              <a:t>počúvať</a:t>
            </a:r>
            <a:r>
              <a:rPr lang="en-US" dirty="0"/>
              <a:t>'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zmenu</a:t>
            </a:r>
            <a:r>
              <a:rPr lang="en-US" dirty="0"/>
              <a:t> </a:t>
            </a:r>
            <a:r>
              <a:rPr lang="en-US" dirty="0" err="1"/>
              <a:t>hodnoty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Cez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ObservableValue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vieme</a:t>
            </a:r>
            <a:r>
              <a:rPr lang="en-US" dirty="0"/>
              <a:t> </a:t>
            </a:r>
            <a:r>
              <a:rPr lang="en-US" dirty="0" err="1"/>
              <a:t>zaregistrovať</a:t>
            </a:r>
            <a:r>
              <a:rPr lang="en-US" dirty="0"/>
              <a:t> </a:t>
            </a:r>
            <a:r>
              <a:rPr lang="en-US" dirty="0" err="1"/>
              <a:t>metódu</a:t>
            </a:r>
            <a:r>
              <a:rPr lang="en-US" dirty="0"/>
              <a:t>, </a:t>
            </a:r>
            <a:r>
              <a:rPr lang="en-US" dirty="0" err="1"/>
              <a:t>ktorá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spustí</a:t>
            </a:r>
            <a:r>
              <a:rPr lang="en-US" dirty="0"/>
              <a:t>, </a:t>
            </a:r>
            <a:r>
              <a:rPr lang="en-US" dirty="0" err="1"/>
              <a:t>ak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hodnota</a:t>
            </a:r>
            <a:r>
              <a:rPr lang="en-US" dirty="0"/>
              <a:t> </a:t>
            </a:r>
            <a:r>
              <a:rPr lang="en-US" dirty="0" err="1"/>
              <a:t>zmenila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916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7ED0A-5AF3-94A3-3FEC-C9EAF8C0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06A4CB-027C-3974-78B4-BF3F490F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Počúvanie na zmenu hodnoty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FECB9B-00B0-DFB6-063C-9452DCF58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Počúvanie na zmenu hodnoty sa robí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JavaFX</a:t>
            </a:r>
            <a:r>
              <a:rPr lang="sk-SK" dirty="0"/>
              <a:t> komponenty s hodnotou poskytujú objekt, ktorý podporuje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ObservableValue</a:t>
            </a:r>
            <a:r>
              <a:rPr lang="sk-SK" dirty="0"/>
              <a:t> rozhranie. 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Takýto objekt sa volá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sk-SK" dirty="0"/>
              <a:t>, získame ho väčšinou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valueProperty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oldValue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...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});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0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94A54-B699-9ECF-9D6E-A318A05C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6AF882-6027-9BB4-1664-90AE2CE5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Príklad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774EEA8-1530-A25A-7A61-F9C29D392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Určíme si, kde v našom programe bude hlavné miesto - objekt - v ktorom sa bude uchovávať hodnota natočenia.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Dobrým kandidátom na takýto účel je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dirty="0"/>
              <a:t>, ktorý v sebe uchováva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/>
              <a:t> hodnotu. 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Pre aktualizáciu stavu aplikácie nám stačí počúvať na zmenu hodnoty na jednom mieste - </a:t>
            </a:r>
            <a:r>
              <a:rPr lang="sk-SK" sz="2800" dirty="0" err="1"/>
              <a:t>slideri</a:t>
            </a:r>
            <a:endParaRPr lang="sk-SK" sz="2800" dirty="0"/>
          </a:p>
          <a:p>
            <a:pPr lvl="1">
              <a:lnSpc>
                <a:spcPct val="100000"/>
              </a:lnSpc>
            </a:pPr>
            <a:r>
              <a:rPr lang="sk-SK" sz="2800" dirty="0"/>
              <a:t>Ak chceme hodnotu meniť manuálne, budeme ju meniť v </a:t>
            </a:r>
            <a:r>
              <a:rPr lang="sk-SK" sz="2800" dirty="0" err="1"/>
              <a:t>slideri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8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50ED-A8A0-9E55-0E7A-1DE60F78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50129BE-FB4C-F1A4-F7E0-502FFCC9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67148"/>
            <a:ext cx="11759381" cy="644996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initialize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slider.valueProperty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observable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oldValue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obrazok.setRotate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newValue.doubleValue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label.setText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("%.2f°",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newValue.doubleValue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plus10(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 + 10, 360);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slider.setValue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minus10(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slider.getValue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hodnota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Math.max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(hodnota - 10, 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slider.setValue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(hodnota);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2643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B3EFC-74DD-9CCF-9185-6390C100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332FC4-1843-6AD4-C9CE-C80231CB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Záver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536575-2125-4D0D-BB2D-EFAB03EC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Porovnanie udalostí a sledovania zmien hodnoty: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addEventFilter</a:t>
            </a:r>
            <a:r>
              <a:rPr lang="sk-SK" sz="2800" dirty="0"/>
              <a:t> - zachytenie udalosti - </a:t>
            </a:r>
            <a:r>
              <a:rPr lang="sk-SK" sz="2800" b="1" dirty="0" err="1"/>
              <a:t>capturing</a:t>
            </a:r>
            <a:endParaRPr lang="sk-SK" sz="2800" b="1" dirty="0"/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addEventHandler</a:t>
            </a:r>
            <a:r>
              <a:rPr lang="sk-SK" sz="2800" dirty="0"/>
              <a:t> - ošetrenie udalosti - </a:t>
            </a:r>
            <a:r>
              <a:rPr lang="sk-SK" sz="2800" b="1" dirty="0" err="1"/>
              <a:t>handling</a:t>
            </a:r>
            <a:endParaRPr lang="sk-SK" sz="2800" b="1" dirty="0"/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sz="2800" dirty="0"/>
              <a:t> - sledovanie zmeny hodnoty - </a:t>
            </a:r>
            <a:r>
              <a:rPr lang="sk-SK" sz="2800" b="1" dirty="0" err="1"/>
              <a:t>listening</a:t>
            </a:r>
            <a:endParaRPr lang="sk-SK" sz="2800" b="1" dirty="0"/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Nad udalosťou vieme zavolať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addEventFilter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addEventHandler</a:t>
            </a:r>
            <a:r>
              <a:rPr lang="sk-SK" dirty="0"/>
              <a:t>, nad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property</a:t>
            </a:r>
            <a:r>
              <a:rPr lang="sk-SK" dirty="0"/>
              <a:t> voláme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addListener</a:t>
            </a:r>
            <a:r>
              <a:rPr lang="sk-SK" dirty="0"/>
              <a:t>.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2542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27898</TotalTime>
  <Words>764</Words>
  <Application>Microsoft Office PowerPoint</Application>
  <PresentationFormat>Širokouhlá</PresentationFormat>
  <Paragraphs>117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24</vt:lpstr>
      <vt:lpstr>Udalosti a sledovanie zmien</vt:lpstr>
      <vt:lpstr>Udalosti a sledovanie zmien</vt:lpstr>
      <vt:lpstr>Prezentácia programu PowerPoint</vt:lpstr>
      <vt:lpstr>Prezentácia programu PowerPoint</vt:lpstr>
      <vt:lpstr>Prezentácia programu PowerPoint</vt:lpstr>
      <vt:lpstr>Prezentácia programu PowerPoint</vt:lpstr>
      <vt:lpstr>ObservableValue</vt:lpstr>
      <vt:lpstr>Počúvanie na zmenu hodnoty</vt:lpstr>
      <vt:lpstr>Príklad</vt:lpstr>
      <vt:lpstr>Prezentácia programu PowerPoint</vt:lpstr>
      <vt:lpstr>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86</cp:revision>
  <dcterms:created xsi:type="dcterms:W3CDTF">2025-09-05T09:09:34Z</dcterms:created>
  <dcterms:modified xsi:type="dcterms:W3CDTF">2026-03-27T20:12:01Z</dcterms:modified>
</cp:coreProperties>
</file>
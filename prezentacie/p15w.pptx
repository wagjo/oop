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83" r:id="rId5"/>
    <p:sldId id="284" r:id="rId6"/>
    <p:sldId id="285" r:id="rId7"/>
    <p:sldId id="289" r:id="rId8"/>
    <p:sldId id="290" r:id="rId9"/>
    <p:sldId id="291" r:id="rId10"/>
    <p:sldId id="286" r:id="rId11"/>
    <p:sldId id="292" r:id="rId12"/>
    <p:sldId id="287" r:id="rId13"/>
    <p:sldId id="293" r:id="rId14"/>
    <p:sldId id="288" r:id="rId15"/>
    <p:sldId id="29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7. 1. 2026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</a:t>
            </a:r>
            <a:r>
              <a:rPr lang="sk-SK" sz="4000" dirty="0"/>
              <a:t>5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78815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Testovanie</a:t>
            </a:r>
            <a:r>
              <a:rPr lang="en-US" dirty="0"/>
              <a:t> </a:t>
            </a:r>
            <a:r>
              <a:rPr lang="en-US" dirty="0" err="1"/>
              <a:t>softv</a:t>
            </a:r>
            <a:r>
              <a:rPr lang="sk-SK" dirty="0"/>
              <a:t>éru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Pytest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Fixtures</a:t>
            </a:r>
            <a:r>
              <a:rPr lang="sk-SK" dirty="0"/>
              <a:t>, </a:t>
            </a:r>
            <a:r>
              <a:rPr lang="sk-SK" dirty="0" err="1"/>
              <a:t>mocking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Generatívne testovanie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1865376"/>
            <a:ext cx="9015984" cy="441655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 err="1"/>
              <a:t>Cieľom</a:t>
            </a:r>
            <a:r>
              <a:rPr lang="en-US" dirty="0"/>
              <a:t> </a:t>
            </a:r>
            <a:r>
              <a:rPr lang="en-US" dirty="0" err="1"/>
              <a:t>testovanie</a:t>
            </a:r>
            <a:r>
              <a:rPr lang="en-US" dirty="0"/>
              <a:t> je </a:t>
            </a:r>
            <a:r>
              <a:rPr lang="en-US" dirty="0" err="1"/>
              <a:t>overiť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kód</a:t>
            </a:r>
            <a:r>
              <a:rPr lang="en-US" dirty="0"/>
              <a:t> </a:t>
            </a:r>
            <a:r>
              <a:rPr lang="en-US" dirty="0" err="1"/>
              <a:t>funguje</a:t>
            </a:r>
            <a:r>
              <a:rPr lang="en-US" dirty="0"/>
              <a:t> </a:t>
            </a:r>
            <a:r>
              <a:rPr lang="en-US" dirty="0" err="1"/>
              <a:t>správne</a:t>
            </a:r>
            <a:r>
              <a:rPr lang="en-US" dirty="0"/>
              <a:t> a </a:t>
            </a:r>
            <a:r>
              <a:rPr lang="en-US" dirty="0" err="1"/>
              <a:t>odhaliť</a:t>
            </a:r>
            <a:r>
              <a:rPr lang="en-US" dirty="0"/>
              <a:t> </a:t>
            </a:r>
            <a:r>
              <a:rPr lang="en-US" dirty="0" err="1"/>
              <a:t>chyby</a:t>
            </a:r>
            <a:r>
              <a:rPr lang="en-US" dirty="0"/>
              <a:t> </a:t>
            </a:r>
            <a:r>
              <a:rPr lang="en-US" dirty="0" err="1"/>
              <a:t>čo</a:t>
            </a:r>
            <a:r>
              <a:rPr lang="en-US" dirty="0"/>
              <a:t> </a:t>
            </a:r>
            <a:r>
              <a:rPr lang="en-US" dirty="0" err="1"/>
              <a:t>najskôr</a:t>
            </a:r>
            <a:r>
              <a:rPr lang="en-US" dirty="0"/>
              <a:t>. </a:t>
            </a:r>
            <a:r>
              <a:rPr lang="en-US" dirty="0" err="1"/>
              <a:t>Vlastnosti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800" dirty="0" err="1"/>
              <a:t>Chyby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nájdu</a:t>
            </a:r>
            <a:r>
              <a:rPr lang="en-US" sz="2800" dirty="0"/>
              <a:t> </a:t>
            </a:r>
            <a:r>
              <a:rPr lang="en-US" sz="2800" dirty="0" err="1"/>
              <a:t>skoro</a:t>
            </a:r>
            <a:endParaRPr lang="en-US" sz="2800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800" dirty="0" err="1"/>
              <a:t>Zabraňuje</a:t>
            </a:r>
            <a:r>
              <a:rPr lang="en-US" sz="2800" dirty="0"/>
              <a:t> </a:t>
            </a:r>
            <a:r>
              <a:rPr lang="en-US" sz="2800" dirty="0" err="1"/>
              <a:t>regresii</a:t>
            </a:r>
            <a:endParaRPr lang="en-US" sz="2800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800" dirty="0" err="1"/>
              <a:t>Slúži</a:t>
            </a:r>
            <a:r>
              <a:rPr lang="en-US" sz="2800" dirty="0"/>
              <a:t> </a:t>
            </a:r>
            <a:r>
              <a:rPr lang="en-US" sz="2800" dirty="0" err="1"/>
              <a:t>ako</a:t>
            </a:r>
            <a:r>
              <a:rPr lang="en-US" sz="2800" dirty="0"/>
              <a:t> </a:t>
            </a:r>
            <a:r>
              <a:rPr lang="en-US" sz="2800" dirty="0" err="1"/>
              <a:t>dokumentácia</a:t>
            </a:r>
            <a:endParaRPr lang="en-US" sz="2800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800" dirty="0" err="1"/>
              <a:t>Zvyšuje</a:t>
            </a:r>
            <a:r>
              <a:rPr lang="en-US" sz="2800" dirty="0"/>
              <a:t> </a:t>
            </a:r>
            <a:r>
              <a:rPr lang="en-US" sz="2800" dirty="0" err="1"/>
              <a:t>sebavedomie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Testovanie softvéru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9" y="1589702"/>
            <a:ext cx="11521440" cy="46922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/>
              <a:t>Unit testy </a:t>
            </a:r>
            <a:r>
              <a:rPr lang="en-US" dirty="0"/>
              <a:t>– </a:t>
            </a:r>
            <a:r>
              <a:rPr lang="en-US" dirty="0" err="1"/>
              <a:t>Testujú</a:t>
            </a:r>
            <a:r>
              <a:rPr lang="en-US" dirty="0"/>
              <a:t> </a:t>
            </a:r>
            <a:r>
              <a:rPr lang="en-US" dirty="0" err="1"/>
              <a:t>najmenšiu</a:t>
            </a:r>
            <a:r>
              <a:rPr lang="en-US" dirty="0"/>
              <a:t> </a:t>
            </a:r>
            <a:r>
              <a:rPr lang="en-US" dirty="0" err="1"/>
              <a:t>možnú</a:t>
            </a:r>
            <a:r>
              <a:rPr lang="en-US" dirty="0"/>
              <a:t> </a:t>
            </a:r>
            <a:r>
              <a:rPr lang="en-US" dirty="0" err="1"/>
              <a:t>časť</a:t>
            </a:r>
            <a:r>
              <a:rPr lang="en-US" dirty="0"/>
              <a:t> </a:t>
            </a:r>
            <a:r>
              <a:rPr lang="en-US" dirty="0" err="1"/>
              <a:t>kódu</a:t>
            </a:r>
            <a:r>
              <a:rPr lang="sk-SK" dirty="0"/>
              <a:t> (funkciu, metódu, triedu)</a:t>
            </a: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 err="1"/>
              <a:t>Integračné</a:t>
            </a:r>
            <a:r>
              <a:rPr lang="en-US" b="1" dirty="0"/>
              <a:t> testy </a:t>
            </a:r>
            <a:r>
              <a:rPr lang="en-US" dirty="0"/>
              <a:t>– </a:t>
            </a:r>
            <a:r>
              <a:rPr lang="en-US" dirty="0" err="1"/>
              <a:t>Overujú</a:t>
            </a:r>
            <a:r>
              <a:rPr lang="en-US" dirty="0"/>
              <a:t> </a:t>
            </a:r>
            <a:r>
              <a:rPr lang="en-US" dirty="0" err="1"/>
              <a:t>spoluprácu</a:t>
            </a:r>
            <a:r>
              <a:rPr lang="en-US" dirty="0"/>
              <a:t> </a:t>
            </a:r>
            <a:r>
              <a:rPr lang="en-US" dirty="0" err="1"/>
              <a:t>viacerých</a:t>
            </a:r>
            <a:r>
              <a:rPr lang="en-US" dirty="0"/>
              <a:t> </a:t>
            </a:r>
            <a:r>
              <a:rPr lang="en-US" dirty="0" err="1"/>
              <a:t>častí</a:t>
            </a:r>
            <a:r>
              <a:rPr lang="en-US" dirty="0"/>
              <a:t> </a:t>
            </a:r>
            <a:r>
              <a:rPr lang="en-US" dirty="0" err="1"/>
              <a:t>systému</a:t>
            </a:r>
            <a:r>
              <a:rPr lang="sk-SK" dirty="0"/>
              <a:t> (moduly, DB, API)</a:t>
            </a: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 err="1"/>
              <a:t>System</a:t>
            </a:r>
            <a:r>
              <a:rPr lang="sk-SK" dirty="0"/>
              <a:t> / End-to-end – Testujú celú aplikáciu ako čiernu skrinku (UI, API, DB spolu)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Akceptačné testy – Overujú, či aplikácia spĺňa biznis požiadavky (často s klientom)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 err="1"/>
              <a:t>Performance</a:t>
            </a:r>
            <a:r>
              <a:rPr lang="sk-SK" dirty="0"/>
              <a:t> testy – Meranie rýchlosti, škálovateľnosti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 err="1"/>
              <a:t>Security</a:t>
            </a:r>
            <a:r>
              <a:rPr lang="sk-SK" dirty="0"/>
              <a:t> testy – Hľadanie bezpečnostných dier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Typy testov</a:t>
            </a:r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B048F-7FE5-C218-D651-91184607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D0DAC6-2766-6C7F-3D33-833A2DB39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87" y="1819656"/>
            <a:ext cx="10789921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Základné princípy dobrých testov (</a:t>
            </a:r>
            <a:r>
              <a:rPr lang="sk-SK" i="1" dirty="0"/>
              <a:t>FIRST</a:t>
            </a:r>
            <a:r>
              <a:rPr lang="sk-SK" dirty="0"/>
              <a:t>):</a:t>
            </a:r>
          </a:p>
          <a:p>
            <a:pPr lvl="1">
              <a:lnSpc>
                <a:spcPct val="100000"/>
              </a:lnSpc>
            </a:pPr>
            <a:r>
              <a:rPr lang="sk-SK" sz="2800" b="1" dirty="0" err="1"/>
              <a:t>Fast</a:t>
            </a:r>
            <a:r>
              <a:rPr lang="sk-SK" sz="2800" dirty="0"/>
              <a:t> - rýchle (</a:t>
            </a:r>
            <a:r>
              <a:rPr lang="sk-SK" sz="2800" dirty="0" err="1"/>
              <a:t>unit</a:t>
            </a:r>
            <a:r>
              <a:rPr lang="sk-SK" sz="2800" dirty="0"/>
              <a:t> testy &lt; 0.1 s)</a:t>
            </a:r>
          </a:p>
          <a:p>
            <a:pPr lvl="1">
              <a:lnSpc>
                <a:spcPct val="100000"/>
              </a:lnSpc>
            </a:pPr>
            <a:r>
              <a:rPr lang="sk-SK" sz="2800" b="1" dirty="0" err="1"/>
              <a:t>Isolated</a:t>
            </a:r>
            <a:r>
              <a:rPr lang="sk-SK" sz="2800" dirty="0"/>
              <a:t> - nezávislé na iných testoch</a:t>
            </a:r>
          </a:p>
          <a:p>
            <a:pPr lvl="1">
              <a:lnSpc>
                <a:spcPct val="100000"/>
              </a:lnSpc>
            </a:pPr>
            <a:r>
              <a:rPr lang="sk-SK" sz="2800" b="1" dirty="0" err="1"/>
              <a:t>Repeatable</a:t>
            </a:r>
            <a:r>
              <a:rPr lang="sk-SK" sz="2800" dirty="0"/>
              <a:t> - vždy rovnaký výsledok</a:t>
            </a:r>
          </a:p>
          <a:p>
            <a:pPr lvl="1">
              <a:lnSpc>
                <a:spcPct val="100000"/>
              </a:lnSpc>
            </a:pPr>
            <a:r>
              <a:rPr lang="sk-SK" sz="2800" b="1" dirty="0" err="1"/>
              <a:t>Self-validating</a:t>
            </a:r>
            <a:r>
              <a:rPr lang="sk-SK" sz="2800" dirty="0"/>
              <a:t> - zreteľný výsledok PASS/FAIL</a:t>
            </a:r>
          </a:p>
          <a:p>
            <a:pPr lvl="1">
              <a:lnSpc>
                <a:spcPct val="100000"/>
              </a:lnSpc>
            </a:pPr>
            <a:r>
              <a:rPr lang="sk-SK" sz="2800" b="1" dirty="0" err="1"/>
              <a:t>Timely</a:t>
            </a:r>
            <a:r>
              <a:rPr lang="sk-SK" sz="2800" dirty="0"/>
              <a:t> - píšu sa súbežne s kódom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C143BA4-513D-B3FB-1C03-3B93FB94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F.I.R.S.T. princípy</a:t>
            </a:r>
          </a:p>
        </p:txBody>
      </p:sp>
    </p:spTree>
    <p:extLst>
      <p:ext uri="{BB962C8B-B14F-4D97-AF65-F5344CB8AC3E}">
        <p14:creationId xmlns:p14="http://schemas.microsoft.com/office/powerpoint/2010/main" val="96272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141032-2A85-A3AD-FB6D-CF2DD483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1A5EB06-B0E8-79E1-4E43-C26E08F78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819656"/>
            <a:ext cx="1149400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Najpopulárnejší </a:t>
            </a:r>
            <a:r>
              <a:rPr lang="sk-SK" dirty="0" err="1"/>
              <a:t>framework</a:t>
            </a:r>
            <a:r>
              <a:rPr lang="sk-SK" dirty="0"/>
              <a:t> </a:t>
            </a:r>
            <a:r>
              <a:rPr lang="pl-PL" dirty="0"/>
              <a:t>na písanie unit a integračných testov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Súbor s testami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test_*.py</a:t>
            </a:r>
            <a:r>
              <a:rPr lang="sk-SK" dirty="0"/>
              <a:t> alebo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*_test.py</a:t>
            </a:r>
            <a:r>
              <a:rPr lang="sk-SK" dirty="0"/>
              <a:t> a testy sa začínajú s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</a:t>
            </a:r>
            <a:r>
              <a:rPr lang="sk-SK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800" dirty="0"/>
              <a:t> - overenie </a:t>
            </a:r>
            <a:r>
              <a:rPr lang="sk-SK" sz="2800" b="1" dirty="0"/>
              <a:t>správnosti hodnoty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pytest.raises</a:t>
            </a:r>
            <a:r>
              <a:rPr lang="sk-SK" sz="2800" dirty="0"/>
              <a:t> - overenie vyhodenia </a:t>
            </a:r>
            <a:r>
              <a:rPr lang="sk-SK" sz="2800" b="1" dirty="0"/>
              <a:t>výnimky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pytest.approx</a:t>
            </a:r>
            <a:r>
              <a:rPr lang="sk-SK" sz="2800" dirty="0"/>
              <a:t> - testuje </a:t>
            </a:r>
            <a:r>
              <a:rPr lang="sk-SK" sz="2800" b="1" dirty="0"/>
              <a:t>približnú hodnotu</a:t>
            </a:r>
            <a:r>
              <a:rPr lang="sk-SK" sz="2800" dirty="0"/>
              <a:t>, nie presnú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@pytest.mark.parametrize</a:t>
            </a:r>
            <a:r>
              <a:rPr lang="sk-SK" sz="2800" dirty="0"/>
              <a:t> - </a:t>
            </a:r>
            <a:r>
              <a:rPr lang="sk-SK" sz="2800" b="1" dirty="0" err="1"/>
              <a:t>parametrizovanie</a:t>
            </a:r>
            <a:r>
              <a:rPr lang="sk-SK" sz="2800" dirty="0"/>
              <a:t> testov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@pytest.fixture</a:t>
            </a:r>
            <a:r>
              <a:rPr lang="sk-SK" sz="2800" dirty="0"/>
              <a:t> - </a:t>
            </a:r>
            <a:r>
              <a:rPr lang="sk-SK" sz="2800" b="1" dirty="0" err="1"/>
              <a:t>fixture</a:t>
            </a:r>
            <a:r>
              <a:rPr lang="sk-SK" sz="2800" dirty="0"/>
              <a:t>, slúži na nastavenie počiatočného stavu alebo prostredia zdieľaného medzi testami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2776DF9F-0BF7-7565-139F-0B60B860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Pytest</a:t>
            </a:r>
            <a:r>
              <a:rPr lang="sk-SK" dirty="0"/>
              <a:t> -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pytest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896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4A7AF-862F-2A22-BEDF-3C016BB3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A983C5F-19B4-E3D7-5AEE-7A1789B5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219456"/>
            <a:ext cx="11942063" cy="65105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util.py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n == 0: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n *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(n - 1)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test_util.py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(0) ==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(1) ==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(2) ==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(3) == 6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faktorial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(4) == 24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test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vyhodenia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v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ýnimky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test_delenie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2 / 2 ==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with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pytest.raises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ZeroDivisionError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2 / 0</a:t>
            </a:r>
          </a:p>
        </p:txBody>
      </p:sp>
    </p:spTree>
    <p:extLst>
      <p:ext uri="{BB962C8B-B14F-4D97-AF65-F5344CB8AC3E}">
        <p14:creationId xmlns:p14="http://schemas.microsoft.com/office/powerpoint/2010/main" val="33368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9FD3F-CF05-ABC2-A9B2-530A03EB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6542-BFB4-6DE0-FD25-8914416C7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219456"/>
            <a:ext cx="11942063" cy="65105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približné hodnoty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test_priemer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hodnoty = [0.1, 0.2, 0.3]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ocakavany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0.2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vysledok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priemer(hodnoty)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vysledok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ocakavany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#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vysledok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pytest.approx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ocakavany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# OK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parametriz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ácia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@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pytest.mark.parametrize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("hodnoty,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ocakavany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([1, 2, 3], 2.0),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([1.0, 2.0, 3.0], 2.0),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([0.1, 0.2, 0.3], 0.2),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test_priemer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(hodnoty,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ocakavany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vysledok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priemer(hodnoty)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vysledok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pytest.approx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ocakavany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 # OK</a:t>
            </a:r>
          </a:p>
        </p:txBody>
      </p:sp>
    </p:spTree>
    <p:extLst>
      <p:ext uri="{BB962C8B-B14F-4D97-AF65-F5344CB8AC3E}">
        <p14:creationId xmlns:p14="http://schemas.microsoft.com/office/powerpoint/2010/main" val="259217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2B936-4A7A-0218-9948-5A564DC7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EA47972-DF76-31ED-FA5D-E593570D3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219456"/>
            <a:ext cx="11942063" cy="65105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fixture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na set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up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stavu, prostredia alebo kontextu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@pytest.fixture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 user():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# set up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logika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return {"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first_name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": "Fero",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    "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last_name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": "Horvát",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    "address": "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Poštová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10",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    "city": "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Prešov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"}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test_full_name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user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assert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full_name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(user) == "Fero Horvát"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test_full_address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user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assert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full_address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(user) == "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Poštová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10,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Prešov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07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98FFC-CB78-582B-4096-48B8817C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184D22-495E-9D9E-78B4-5F521F01C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440" y="2258568"/>
            <a:ext cx="9281160" cy="402335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Nahradíme volania k databáze alebo externým službám </a:t>
            </a:r>
            <a:r>
              <a:rPr lang="sk-SK" b="1" dirty="0"/>
              <a:t>fiktívnymi volaniami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Špeciálny </a:t>
            </a:r>
            <a:r>
              <a:rPr lang="sk-SK" dirty="0" err="1"/>
              <a:t>fixture</a:t>
            </a:r>
            <a:r>
              <a:rPr lang="sk-SK" dirty="0"/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mocker</a:t>
            </a:r>
            <a:r>
              <a:rPr lang="sk-SK" dirty="0"/>
              <a:t>, ktorý nám umožňuje vytvárať </a:t>
            </a:r>
            <a:r>
              <a:rPr lang="sk-SK" dirty="0" err="1"/>
              <a:t>mock</a:t>
            </a:r>
            <a:r>
              <a:rPr lang="sk-SK" dirty="0"/>
              <a:t> objekty.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Vieme v testovanom module </a:t>
            </a:r>
            <a:r>
              <a:rPr lang="sk-SK" b="1" dirty="0"/>
              <a:t>nahradiť funkcie alebo triedy</a:t>
            </a:r>
            <a:endParaRPr lang="sk-SK" sz="2800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7380FAF-7A00-F20E-8F71-340BE530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Mocking</a:t>
            </a:r>
            <a:r>
              <a:rPr lang="sk-SK" dirty="0"/>
              <a:t> -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pytest-mock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03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E1FFD-55DE-8B9C-C1EC-055299578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628F76-AD05-1F89-FB11-4C87D7E7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219456"/>
            <a:ext cx="11942063" cy="65105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mocking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– nahradenie funkcie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test_load_json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mocker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fake_data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b'{"foo": "bar"}'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mocker.patch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urllib.request.urlopen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",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        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mocker.mock_open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read_data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fake_data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x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load_json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("http://example.com")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assert x == {"foo": "bar"}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6111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73D7C-D0EF-876F-3736-7D13023E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3AABF8-F995-A802-01C8-BCCC1D103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039112"/>
            <a:ext cx="10442448" cy="402335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Testy, ktoré otestujú všetky kombinácie vstupov a hraničných hodnôt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Vieme vygenerovať kombinácie čísel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strategies.integers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strategies.floats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), reťazcov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strategies.text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), alebo aj iné zložitejšie dáta.</a:t>
            </a:r>
            <a:endParaRPr lang="sk-SK" sz="2800" b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E17B335-D68D-826D-3DAB-835C2A26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365125"/>
            <a:ext cx="11841480" cy="1325563"/>
          </a:xfrm>
        </p:spPr>
        <p:txBody>
          <a:bodyPr/>
          <a:lstStyle/>
          <a:p>
            <a:r>
              <a:rPr lang="sk-SK" dirty="0"/>
              <a:t>Generatívne testovanie -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hypothesis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93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7873E-2343-A6FD-AF74-DCF1EA58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D949AB-DC15-2D53-2F8A-EA5FEEA8C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219456"/>
            <a:ext cx="11942063" cy="65105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from hypothesis import given, strategies as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st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obyčajný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test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test_obvod_stvorca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assert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obvod_stvorca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(1) == 4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gen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e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ratívny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test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@given(st.integers())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def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test_obvod_stvorca_all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x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assert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obvod_stvorca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(x) ==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obvod_obdlznika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(x, x)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625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CA911-AD7E-6AF1-7F59-1B395ED2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14FF95-3355-8FB6-B0DD-2993AEBD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440" y="2258568"/>
            <a:ext cx="8375904" cy="402335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Prehľadný report o tom, ktoré časti nášho programu sú 'pokryté' testami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Generovanie reportu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pytest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--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cov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src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67B866C-3EC3-BD48-9E6E-5136D386D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86744" cy="1325563"/>
          </a:xfrm>
        </p:spPr>
        <p:txBody>
          <a:bodyPr/>
          <a:lstStyle/>
          <a:p>
            <a:r>
              <a:rPr lang="sk-SK" dirty="0" err="1"/>
              <a:t>Coverage</a:t>
            </a:r>
            <a:r>
              <a:rPr lang="sk-SK" dirty="0"/>
              <a:t> -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</a:rPr>
              <a:t>pytest-cov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226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D1909-E4EC-5407-F2F9-15F6876C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6619D78-55A8-202E-AD52-BF6C76C7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219456"/>
            <a:ext cx="11942063" cy="65105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========================== tests coverage ===========================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__________ coverage: platform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linux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python 3.13.7-final-0 __________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Name                  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Stmts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Miss  Cover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------------------------------------------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src/spse/__init__.py       0      0   100%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src/spse/json.py           8      0   100%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src/spse/tvary.py          8      2    75%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src/spse/user.py           4      0   100%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src/spse/util.py          21      5    76%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------------------------------------------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TOTAL                     41      7    83%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======================== 15 passed in 0.21s =========================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605239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9550</TotalTime>
  <Words>941</Words>
  <Application>Microsoft Office PowerPoint</Application>
  <PresentationFormat>Širokouhlá</PresentationFormat>
  <Paragraphs>130</Paragraphs>
  <Slides>15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15 </vt:lpstr>
      <vt:lpstr>Testovanie softvéru</vt:lpstr>
      <vt:lpstr>Typy testov</vt:lpstr>
      <vt:lpstr>F.I.R.S.T. princípy</vt:lpstr>
      <vt:lpstr>Pytest - pip install pytest</vt:lpstr>
      <vt:lpstr>Prezentácia programu PowerPoint</vt:lpstr>
      <vt:lpstr>Prezentácia programu PowerPoint</vt:lpstr>
      <vt:lpstr>Prezentácia programu PowerPoint</vt:lpstr>
      <vt:lpstr>Mocking - pip install pytest-mock</vt:lpstr>
      <vt:lpstr>Prezentácia programu PowerPoint</vt:lpstr>
      <vt:lpstr>Generatívne testovanie - pip install hypothesis</vt:lpstr>
      <vt:lpstr>Prezentácia programu PowerPoint</vt:lpstr>
      <vt:lpstr>Coverage - pip install pytest-cov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45</cp:revision>
  <dcterms:created xsi:type="dcterms:W3CDTF">2025-09-05T09:09:34Z</dcterms:created>
  <dcterms:modified xsi:type="dcterms:W3CDTF">2026-01-07T14:54:04Z</dcterms:modified>
</cp:coreProperties>
</file>
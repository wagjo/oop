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15" r:id="rId5"/>
    <p:sldId id="314" r:id="rId6"/>
    <p:sldId id="316" r:id="rId7"/>
    <p:sldId id="317" r:id="rId8"/>
    <p:sldId id="319" r:id="rId9"/>
    <p:sldId id="320" r:id="rId10"/>
    <p:sldId id="321" r:id="rId11"/>
    <p:sldId id="318" r:id="rId12"/>
    <p:sldId id="322" r:id="rId13"/>
    <p:sldId id="323" r:id="rId14"/>
    <p:sldId id="324" r:id="rId15"/>
    <p:sldId id="32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17. 2. 2026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jfx.io/javadoc/2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 err="1"/>
              <a:t>JavaFX</a:t>
            </a:r>
            <a:r>
              <a:rPr lang="sk-SK" dirty="0"/>
              <a:t> základy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Application</a:t>
            </a:r>
            <a:r>
              <a:rPr lang="sk-SK" dirty="0"/>
              <a:t>, </a:t>
            </a:r>
            <a:r>
              <a:rPr lang="sk-SK" dirty="0" err="1"/>
              <a:t>Stage</a:t>
            </a:r>
            <a:r>
              <a:rPr lang="sk-SK" dirty="0"/>
              <a:t>, </a:t>
            </a:r>
            <a:r>
              <a:rPr lang="sk-SK" dirty="0" err="1"/>
              <a:t>Scene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Modalita, štýly okna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JavaFX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Moderná GUI knižnica pre desktopové aplikácie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l-PL" dirty="0"/>
              <a:t>Oficiálna dokumentácia knižnice JavaFX je na stránke </a:t>
            </a:r>
            <a:r>
              <a:rPr lang="pl-PL" dirty="0">
                <a:hlinkClick r:id="rId2"/>
              </a:rPr>
              <a:t>https://openjfx.io/javadoc/21/</a:t>
            </a:r>
            <a:endParaRPr lang="pl-PL" dirty="0"/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GUI aplikácia sa štandardne skladá z jedného alebo viacerých okien.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Okná môžu mať rôzne vlastnosti a štýly.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 vnútra okna aplikácia vykresľuje grafické a ovládacie prvky.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CBCE73-E3BA-76E8-672C-78C95F3E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5" name="Zástupný objekt pre obsah 4" descr="Obrázok, na ktorom je text, snímka obrazovky, softvér, počítačová ikona&#10;&#10;Obsah vygenerovaný pomocou AI môže byť nesprávny.">
            <a:extLst>
              <a:ext uri="{FF2B5EF4-FFF2-40B4-BE49-F238E27FC236}">
                <a16:creationId xmlns:a16="http://schemas.microsoft.com/office/drawing/2014/main" id="{C37BE72C-B318-D6C9-0D01-B5E49A1B2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65" y="24283"/>
            <a:ext cx="9690070" cy="6833717"/>
          </a:xfrm>
        </p:spPr>
      </p:pic>
    </p:spTree>
    <p:extLst>
      <p:ext uri="{BB962C8B-B14F-4D97-AF65-F5344CB8AC3E}">
        <p14:creationId xmlns:p14="http://schemas.microsoft.com/office/powerpoint/2010/main" val="246380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1D7B9-A306-E1F0-30AE-B182B5DC8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7C02F8-9625-2B57-5ED2-F1CFA8F3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JavaFX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DFD08D-2943-85A3-2BF6-9A22FDEEE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43025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Základné triedy </a:t>
            </a:r>
            <a:r>
              <a:rPr lang="sk-SK" dirty="0" err="1"/>
              <a:t>JavaFX</a:t>
            </a:r>
            <a:endParaRPr lang="sk-SK" dirty="0"/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r>
              <a:rPr lang="sk-SK" sz="2800" dirty="0"/>
              <a:t> - predstavuje hlavnú triedu aplikácie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sz="2800" dirty="0"/>
              <a:t> - reprezentuje jedno okno aplikácie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2800" dirty="0"/>
              <a:t> - má na starosti vnútro okna - čo sa do neho bude vykresľovať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Každý </a:t>
            </a:r>
            <a:r>
              <a:rPr lang="sk-SK" dirty="0" err="1"/>
              <a:t>JavaFX</a:t>
            </a:r>
            <a:r>
              <a:rPr lang="sk-SK" dirty="0"/>
              <a:t> program musí mať práve jeden objekt triedy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r>
              <a:rPr lang="sk-SK" dirty="0"/>
              <a:t> ale môže mať viacero objektov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dirty="0"/>
              <a:t> a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dirty="0"/>
              <a:t>, podľa toho, koľko okien naša aplikácia potrebuje.</a:t>
            </a:r>
          </a:p>
        </p:txBody>
      </p:sp>
    </p:spTree>
    <p:extLst>
      <p:ext uri="{BB962C8B-B14F-4D97-AF65-F5344CB8AC3E}">
        <p14:creationId xmlns:p14="http://schemas.microsoft.com/office/powerpoint/2010/main" val="988138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7B747-FC15-EEC9-59A7-0DE3620B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7D6CCE-647F-7E5E-0736-3A9A6CD2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365"/>
          </a:xfrm>
        </p:spPr>
        <p:txBody>
          <a:bodyPr>
            <a:normAutofit fontScale="90000"/>
          </a:bodyPr>
          <a:lstStyle/>
          <a:p>
            <a:r>
              <a:rPr lang="sk-SK" dirty="0" err="1"/>
              <a:t>Application</a:t>
            </a:r>
            <a:r>
              <a:rPr lang="sk-SK" dirty="0"/>
              <a:t> - </a:t>
            </a:r>
            <a:r>
              <a:rPr lang="sk-SK" sz="40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javafx.application.Application</a:t>
            </a:r>
            <a:endParaRPr lang="sk-SK" sz="4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D3D2551-CB77-3F63-F89C-59A690F85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97528"/>
            <a:ext cx="11689773" cy="5567864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sk-SK" sz="5100" dirty="0"/>
              <a:t>Hlavnú logika dáme do metódy </a:t>
            </a:r>
            <a:r>
              <a:rPr lang="sk-SK" sz="5100" dirty="0" err="1">
                <a:highlight>
                  <a:srgbClr val="FFFF00"/>
                </a:highlight>
                <a:latin typeface="Consolas" panose="020B0609020204030204" pitchFamily="49" charset="0"/>
              </a:rPr>
              <a:t>start</a:t>
            </a:r>
            <a:r>
              <a:rPr lang="sk-SK" sz="5100" dirty="0"/>
              <a:t> v triede dediacej od </a:t>
            </a:r>
            <a:r>
              <a:rPr lang="sk-SK" sz="5100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endParaRPr lang="sk-SK" sz="51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4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MyApplication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// Hlavné okno je v argumente metódy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start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primaryStage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Vytvoríme komponenty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(20);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...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Vytvoríme scénu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Nastavenia okna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primaryStage.setTitle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("Titulok okna");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primaryStage.setScene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4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primaryStage.show</a:t>
            </a: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(); // </a:t>
            </a:r>
            <a:r>
              <a:rPr lang="sk-SK" sz="4400" b="1" dirty="0">
                <a:highlight>
                  <a:srgbClr val="FFFF00"/>
                </a:highlight>
                <a:latin typeface="Consolas" panose="020B0609020204030204" pitchFamily="49" charset="0"/>
              </a:rPr>
              <a:t>Zobrazíme okno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  <a:b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4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3801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83CDB-FFA6-F029-9338-33F86F80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A20710-6CAD-31B4-6425-4B75A582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Stage</a:t>
            </a:r>
            <a:r>
              <a:rPr lang="sk-SK" dirty="0"/>
              <a:t>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javafx.stage.Stage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6A40A08-80D9-EC30-940B-74553C901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Objekt triedy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dirty="0"/>
              <a:t> predstavuje konkrétne okno aplikácie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Aplikácia má práve jedno hlavné okno, ktoré sa vytvorí automaticky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Všetky zmeny je potrebné robiť pred zobrazením okna</a:t>
            </a:r>
          </a:p>
          <a:p>
            <a:pPr marL="0" indent="0">
              <a:lnSpc>
                <a:spcPct val="100000"/>
              </a:lnSpc>
              <a:buNone/>
            </a:pPr>
            <a:endParaRPr lang="sk-SK" sz="1400" dirty="0"/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stage.show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– zobrazenie okna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stage.setTitle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("Titulok")</a:t>
            </a:r>
            <a:r>
              <a:rPr lang="sk-SK" sz="2800" dirty="0"/>
              <a:t> – nastavenie titulku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stage.setMaxWidth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a pod. – max a min veľkosti okna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stage.setResizable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800" dirty="0"/>
              <a:t> – povolenie meniť veľkosť okna</a:t>
            </a:r>
          </a:p>
        </p:txBody>
      </p:sp>
    </p:spTree>
    <p:extLst>
      <p:ext uri="{BB962C8B-B14F-4D97-AF65-F5344CB8AC3E}">
        <p14:creationId xmlns:p14="http://schemas.microsoft.com/office/powerpoint/2010/main" val="372478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652F1-EEE6-8D4A-EBC5-22A2DF5E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506BF0-22C1-508D-A0DE-2DAFCCD9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Štýl okna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274DFE7-4C1A-409F-AAC1-AD8582281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stage.initStyle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style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dirty="0"/>
              <a:t> - nastaví štýl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StageStyle.DECORATED</a:t>
            </a:r>
            <a:r>
              <a:rPr lang="sk-SK" dirty="0"/>
              <a:t> – (</a:t>
            </a:r>
            <a:r>
              <a:rPr lang="sk-SK" dirty="0" err="1"/>
              <a:t>defaultný</a:t>
            </a:r>
            <a:r>
              <a:rPr lang="sk-SK" dirty="0"/>
              <a:t>) – klasické okno s titulkom, okrajom a ovládacími prvkami na vrchu (zatvorenie okna, maximalizácia, minimalizácia)</a:t>
            </a:r>
          </a:p>
          <a:p>
            <a:pPr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StageStyle.UNDECORATED</a:t>
            </a:r>
            <a:r>
              <a:rPr lang="sk-SK" dirty="0"/>
              <a:t> - okno bez okraja a bez ovládacích prvkov, štandardne používané na tzv. </a:t>
            </a:r>
            <a:r>
              <a:rPr lang="sk-SK" b="1" dirty="0" err="1"/>
              <a:t>splash</a:t>
            </a:r>
            <a:r>
              <a:rPr lang="sk-SK" b="1" dirty="0"/>
              <a:t> </a:t>
            </a:r>
            <a:r>
              <a:rPr lang="sk-SK" b="1" dirty="0" err="1"/>
              <a:t>screen</a:t>
            </a:r>
            <a:endParaRPr lang="sk-SK" sz="2800" b="1" dirty="0"/>
          </a:p>
        </p:txBody>
      </p:sp>
    </p:spTree>
    <p:extLst>
      <p:ext uri="{BB962C8B-B14F-4D97-AF65-F5344CB8AC3E}">
        <p14:creationId xmlns:p14="http://schemas.microsoft.com/office/powerpoint/2010/main" val="246634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C851D0-F038-F6FD-AF53-C9CD3D25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StageStyle.DECORATED</a:t>
            </a:r>
            <a:endParaRPr lang="sk-SK" dirty="0"/>
          </a:p>
        </p:txBody>
      </p:sp>
      <p:pic>
        <p:nvPicPr>
          <p:cNvPr id="9" name="Zástupný objekt pre obsah 8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3A3AB348-745E-9E99-2324-DBA698445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26" y="2759852"/>
            <a:ext cx="5393148" cy="1874119"/>
          </a:xfrm>
        </p:spPr>
      </p:pic>
    </p:spTree>
    <p:extLst>
      <p:ext uri="{BB962C8B-B14F-4D97-AF65-F5344CB8AC3E}">
        <p14:creationId xmlns:p14="http://schemas.microsoft.com/office/powerpoint/2010/main" val="411946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861B6-AA2C-6039-BBD3-332833FA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56BE8D-A6A2-FBB9-EB0F-FC3DEDD1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StageStyle.UNDECORATED</a:t>
            </a:r>
            <a:endParaRPr lang="sk-SK" dirty="0"/>
          </a:p>
        </p:txBody>
      </p:sp>
      <p:pic>
        <p:nvPicPr>
          <p:cNvPr id="7" name="Zástupný objekt pre obsah 6" descr="Obrázok, na ktorom je snímka obrazovky, text, animák, grafický dizajn&#10;&#10;Obsah vygenerovaný pomocou AI môže byť nesprávny.">
            <a:extLst>
              <a:ext uri="{FF2B5EF4-FFF2-40B4-BE49-F238E27FC236}">
                <a16:creationId xmlns:a16="http://schemas.microsoft.com/office/drawing/2014/main" id="{E10C77BF-031B-587E-45D5-5875EAA7B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14" y="1825625"/>
            <a:ext cx="7120371" cy="4351338"/>
          </a:xfrm>
        </p:spPr>
      </p:pic>
    </p:spTree>
    <p:extLst>
      <p:ext uri="{BB962C8B-B14F-4D97-AF65-F5344CB8AC3E}">
        <p14:creationId xmlns:p14="http://schemas.microsoft.com/office/powerpoint/2010/main" val="368580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19D6C-89BC-9881-52B0-31C27C05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DA9A0-6641-522D-588C-D4CD6A77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Hierarchia okien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3D71B06-B4D9-7542-870A-77AA69B34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Každé okno okrem hlavného musí mať svojho vlastníka, teda nejaké nadradené okno, pod ktoré patrí.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stage.initOwner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ownerStage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dirty="0"/>
              <a:t> - prepojenie vedľajšieho okna s hlavným.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sa zatvorí okno tak </a:t>
            </a:r>
            <a:r>
              <a:rPr lang="sk-SK" dirty="0" err="1"/>
              <a:t>JavaFX</a:t>
            </a:r>
            <a:r>
              <a:rPr lang="sk-SK" dirty="0"/>
              <a:t> automaticky zatvorí aj všetky jeho podradené okná.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sa zatvorí hlavné okno, celá </a:t>
            </a:r>
            <a:r>
              <a:rPr lang="sk-SK" dirty="0" err="1"/>
              <a:t>JavaFX</a:t>
            </a:r>
            <a:r>
              <a:rPr lang="sk-SK" dirty="0"/>
              <a:t> aplikácia končí.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3485490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390EC-28C2-66A3-D231-43EF6867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06E3B3-9987-FF14-5CBB-E6454815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Modalita okna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209DA3-E082-9EC0-A21F-B658CD1E6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Určuje </a:t>
            </a:r>
            <a:r>
              <a:rPr lang="sk-SK" b="1" dirty="0"/>
              <a:t>ako veľmi vedľajšie okno blokuje </a:t>
            </a:r>
            <a:r>
              <a:rPr lang="sk-SK" dirty="0"/>
              <a:t>interakciu s ostatnými oknami aplikácie.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stage.initModality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(modality)</a:t>
            </a:r>
            <a:r>
              <a:rPr lang="sk-SK" dirty="0"/>
              <a:t> – nastaví modalitu 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Modality.NONE</a:t>
            </a:r>
            <a:r>
              <a:rPr lang="sk-SK" sz="2800" dirty="0"/>
              <a:t> – žiadna modalita, okno neblokuje nič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Modality.WINDOW_MODAL</a:t>
            </a:r>
            <a:r>
              <a:rPr lang="sk-SK" sz="2800" dirty="0"/>
              <a:t> – okno blokuje svoje rodičovské okno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Modality.APPLICATION_MODAL</a:t>
            </a:r>
            <a:r>
              <a:rPr lang="sk-SK" sz="2800" dirty="0"/>
              <a:t> – najsilnejšia modalita, blokované sú všetky okná aplikácie.</a:t>
            </a:r>
          </a:p>
        </p:txBody>
      </p:sp>
    </p:spTree>
    <p:extLst>
      <p:ext uri="{BB962C8B-B14F-4D97-AF65-F5344CB8AC3E}">
        <p14:creationId xmlns:p14="http://schemas.microsoft.com/office/powerpoint/2010/main" val="1681858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3371-88B4-63AE-B1F5-71A51864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EB6F1F-FEFE-5B35-0F7A-2C500BBF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5" name="Zástupný objekt pre obsah 4" descr="Obrázok, na ktorom je text, snímka obrazovky, softvér, počítačová ikona&#10;&#10;Obsah vygenerovaný pomocou AI môže byť nesprávny.">
            <a:extLst>
              <a:ext uri="{FF2B5EF4-FFF2-40B4-BE49-F238E27FC236}">
                <a16:creationId xmlns:a16="http://schemas.microsoft.com/office/drawing/2014/main" id="{24040B08-A1CE-1158-2081-ABE45A314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65" y="24283"/>
            <a:ext cx="9690070" cy="6833717"/>
          </a:xfrm>
        </p:spPr>
      </p:pic>
    </p:spTree>
    <p:extLst>
      <p:ext uri="{BB962C8B-B14F-4D97-AF65-F5344CB8AC3E}">
        <p14:creationId xmlns:p14="http://schemas.microsoft.com/office/powerpoint/2010/main" val="3960361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051B9-5300-D0F1-C1DD-B654AC86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BA0CD7-0B04-FC02-561B-109D4F77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Scene</a:t>
            </a:r>
            <a:r>
              <a:rPr lang="sk-SK" dirty="0"/>
              <a:t> - </a:t>
            </a:r>
            <a:r>
              <a:rPr lang="sk-SK" sz="36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javafx.scene.Scene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36439F-6E1B-9745-E91F-77901BC73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 samotného okna nevykresľujeme priamo, ale všetky grafické prvky a ovládacie komponenty vkladáme to tzv. scény.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 </a:t>
            </a:r>
            <a:r>
              <a:rPr lang="sk-SK" dirty="0" err="1"/>
              <a:t>scene</a:t>
            </a:r>
            <a:r>
              <a:rPr lang="sk-SK" dirty="0"/>
              <a:t> sa to umiestňuje vo forme stromovej štruktúry, kde každý komponent je jeden uzol v strome – viac nabudúce.</a:t>
            </a: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(20); // koreňový uzol scény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n-NO" sz="2400" dirty="0">
                <a:highlight>
                  <a:srgbClr val="FFFF00"/>
                </a:highlight>
                <a:latin typeface="Consolas" panose="020B0609020204030204" pitchFamily="49" charset="0"/>
              </a:rPr>
              <a:t>scene = new Scene(root, 330, 200);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 vytváraní scény si určujeme aj konkrétne rozmery okna.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stage.setScene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dirty="0"/>
              <a:t> – pripojenie scény k oknu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26549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89BBA-6E16-AA91-84F5-28715B4D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EAD8F6-E3DF-9404-3258-46233492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JavaFX aplikácia ako kino Cinemax</a:t>
            </a:r>
            <a:endParaRPr lang="sk-SK" sz="36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D34C9B-B968-F361-A1D3-275A5F7C0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28574" cy="498007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dirty="0" err="1"/>
              <a:t>Cinemax</a:t>
            </a:r>
            <a:r>
              <a:rPr lang="sk-SK" dirty="0"/>
              <a:t> v </a:t>
            </a:r>
            <a:r>
              <a:rPr lang="sk-SK" dirty="0" err="1"/>
              <a:t>Novume</a:t>
            </a:r>
            <a:r>
              <a:rPr lang="sk-SK" dirty="0"/>
              <a:t> - objekt triedy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Application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dirty="0"/>
              <a:t>Konkrétna kinosála v </a:t>
            </a:r>
            <a:r>
              <a:rPr lang="sk-SK" dirty="0" err="1"/>
              <a:t>Cinemaxe</a:t>
            </a:r>
            <a:r>
              <a:rPr lang="sk-SK" dirty="0"/>
              <a:t> - objekt triedy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dirty="0"/>
              <a:t>Film, ktorý sa práve premieta v kinosále - objekt triedy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dirty="0"/>
              <a:t> pripojený k oknu aplikácie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Tak ako má </a:t>
            </a:r>
            <a:r>
              <a:rPr lang="sk-SK" dirty="0" err="1"/>
              <a:t>Cinemax</a:t>
            </a:r>
            <a:r>
              <a:rPr lang="sk-SK" dirty="0"/>
              <a:t> viacero kinosál, tak aj naša aplikácia môže mať viacero okien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Tak ako v kinosále vieme premietať aj iný film, tak aj v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dirty="0"/>
              <a:t> okne vieme meniť rôzne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dirty="0"/>
              <a:t> – to, čo sa v okne aktuálne zobrazuje.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60339563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12670</TotalTime>
  <Words>685</Words>
  <Application>Microsoft Office PowerPoint</Application>
  <PresentationFormat>Širokouhlá</PresentationFormat>
  <Paragraphs>74</Paragraphs>
  <Slides>15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20</vt:lpstr>
      <vt:lpstr>JavaFX</vt:lpstr>
      <vt:lpstr>Prezentácia programu PowerPoint</vt:lpstr>
      <vt:lpstr>JavaFX</vt:lpstr>
      <vt:lpstr>Application - javafx.application.Application</vt:lpstr>
      <vt:lpstr>Stage - javafx.stage.Stage</vt:lpstr>
      <vt:lpstr>Štýl okna</vt:lpstr>
      <vt:lpstr>StageStyle.DECORATED</vt:lpstr>
      <vt:lpstr>StageStyle.UNDECORATED</vt:lpstr>
      <vt:lpstr>Hierarchia okien</vt:lpstr>
      <vt:lpstr>Modalita okna</vt:lpstr>
      <vt:lpstr>Prezentácia programu PowerPoint</vt:lpstr>
      <vt:lpstr>Scene - javafx.scene.Scene</vt:lpstr>
      <vt:lpstr>JavaFX aplikácia ako kino Cinemax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78</cp:revision>
  <dcterms:created xsi:type="dcterms:W3CDTF">2025-09-05T09:09:34Z</dcterms:created>
  <dcterms:modified xsi:type="dcterms:W3CDTF">2026-02-19T20:45:14Z</dcterms:modified>
</cp:coreProperties>
</file>
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– Ochrana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Pokročilí 28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Programovanie v Pythone • Stredná škola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na webe a ich hodnota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sú v dnešnom svete jednou z najcennejších komodít. Firmy zbierajú informácie o používateľoch, zákazníkoch, produktoch či trendoch. Tieto dáta im umožňujú lepšie cieliť reklamu, zlepšovať produkty alebo predávať prístup k nim.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 mnohé stránky zavádzajú rôzne formy ochrany, aby zabránili automatizovanému sťahovaniu dát.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Typické ochranné mechanizmy: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Paywall – obsah je dostupný až po zaplatení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wall – vyžaduje prihlásenie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– obmedzenie počtu požiadaviek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 – pravidlá pre automatizované roboty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Spôsoby ochrany obsahu na webe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Pristup k obsahu je možný až po zaplatení (napr. New York Times, HNonline, vedecké časopisy).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Login-required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Obsah je dostupný len pre prihlásených používateľov.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obmedzuje počet požiadaviek z jednej IP adresy za určitý čas.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Súbor, ktorý hovorí slušným robotom, kam môžu a kam nesmú chodiť.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je Web Scraping?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je automatizované sťahovanie a spracovanie dát z webových stránok pomocou programu (bota).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Rozlišujeme dva súvisiace pojmy: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crawling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prechádzanie webu a objavovanie nových URL adries (napr. vyhľadávacie roboty Google).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Parsovanie stiahnutých stránok a extrakcia konkrétnych informácií (názvy produktov, ceny, články...).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 servery bránia scrapingu?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Servery sa snažia rozpoznať a obmedziť automatizovaných botov, pretože môžu výrazne zaťažiť server.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Obmedzenie počtu požiadaviek z jednej IP adresy za minútu/hodinu.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fingerprinting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zisťuje, či ide o bežný prehliadač (JavaScript, cookies, hlavičky...).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Skryté odkazy, ktoré bežný používateľ nevidí, ale bot ich môže navštíviť.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Slušné boty by mali tento súbor rešpektovať.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Súbor robots.txt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Súbor `robots.txt` je umiestnený v koreňovom adresári webu a obsahuje pravidlá pre automatizovaných robotov.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Príklad obsahu robots.txt: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*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/admin/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/private/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Allow: /public/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Sitemap: https://example.com/sitemap.xml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Fingerprinting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môže zistiť veľa informácií o návštevníkovi aj bez cookies: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hlavičky (User-Agent, Accept-Language...)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Podpora JavaScriptu a cookies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Rozlíšenie obrazovky a nainštalované fonty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Časová zóna a jazyk prehliadača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a Canvas fingerprint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 sa tieto hodnoty veľmi líšia od bežného používateľa, server môže podozrievať bota.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a zákonnosť scrapingu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nie je automaticky nelegálny, ale môže byť problematický: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Môže preťažiť server (podobne ako DoS útok)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Porušuje podmienky používania stránky (Terms of Service)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Môže porušovať autorské práva alebo GDPR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Niektoré stránky poskytujú oficiálne API – to je najslušnejší spôsob získavania dát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Vždy rešpektuj robots.txt a nezaťažuj server zbytočne.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Nástroje na scraping v Pythone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tvorbu scraperov v Pythone sa najčastejšie používajú tieto knižnice: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Jednoduché odosielanie HTTP požiadaviek (GET, POST).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(bs4)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Parsovanie a vyhľadávanie v HTML kóde.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Moderný framework na crawling a scraping (odporúčaný na cvičeniach).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Zhrnutie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na webe sú cenné, preto ich stránky chránia rôznymi spôsobmi.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je mocný nástroj, ale môže zaťažovať servery.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Servery používajú rate limiting, fingerprinting a robots.txt na obranu.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Slušný bot rešpektuje pravidlá (robots.txt, rate limits).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Vždy zváž etické a právne dôsledky scrapingu.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scraping v Pythone sa používa requests + BeautifulSoup alebo Crawlee.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- Ochrana</dc:title>
  <dc:subject>PptxGenJS Presentation</dc:subject>
  <dc:creator>oop.wagjo.com</dc:creator>
  <cp:lastModifiedBy>oop.wagjo.com</cp:lastModifiedBy>
  <cp:revision>1</cp:revision>
  <dcterms:created xsi:type="dcterms:W3CDTF">2026-06-14T19:01:46Z</dcterms:created>
  <dcterms:modified xsi:type="dcterms:W3CDTF">2026-06-14T19:01:46Z</dcterms:modified>
</cp:coreProperties>
</file>